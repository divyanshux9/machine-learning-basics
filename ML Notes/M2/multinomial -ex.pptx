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418362-B889-4A35-9ADC-BC52DDF7A6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EA9CAD-957D-4AAB-B9A6-52CB1D3235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00AB8B-48A6-48DA-8492-5171150820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970F185-A487-45A2-AB74-A461CF8DC8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69743E-7FA1-4A0B-9770-43BDDA86D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6CFC557-FCB4-47F9-BC4B-CFF38462F7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E472981-5719-4B9A-8822-B82C978DBB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C16BEC1-11A9-46E9-BEEA-C1DEC59AD0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472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3160" y="1600200"/>
            <a:ext cx="401472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AA6C4FA-2F5F-4A58-ACFA-3C826A6272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71CCF76-767D-46F2-8887-77B2A687B7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8409548-FC1C-4262-8067-CB978AFD88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DE08246-2B9B-4810-8EDF-448C32AB73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2DA5AFA-9887-4AEE-828B-F523070BCA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111B244-A8CB-498A-8A61-2302674B6A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F588F2-0B3E-4079-A830-67315916CB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EA320D-87E5-41D2-942D-C6E7F61B43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9960C5-CE97-423A-AF38-87342D05B0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9A05E8-2527-4394-A875-F25E800D44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7D55C6-5C9A-4FC6-B3DF-028DE7F54F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B0B481-1DD8-4CA3-954A-1275173402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C46406-D58B-4C9D-AF2D-93CB4EE790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0F3F82-5A42-47ED-99F7-EBAF7AD1F1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436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3160" y="1600200"/>
            <a:ext cx="401436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20FAD98-36FA-4732-ACE5-7310854657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8AA1EF-B771-469D-93EB-1380C32BD8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617BEA-3A31-46CE-B82C-CE47B49B04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D8F501-1E5C-41D0-AC46-985C1EB173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F8455D-CE68-4F36-841C-8C5BC2142B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855103-8AB3-4B80-ACCD-3F1AF71F9F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Mutinomial Naive Bayes Classifier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36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Multinomial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Naive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 Bayes is one of the variation of 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Naive Bayes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 algorithm which is ideal for discrete data and is typically used in text classification problems.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It models the frequency of words as counts and assumes each feature or word is multinomially distributed.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It is widely used for tasks like classifying documents based on word frequencies like in spam email detection.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Noto Sans CJK SC"/>
              </a:rPr>
              <a:t>Efficient for high-dimensional datasets with thousands of features.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"Multinomial" refers to how many times a word appears or how often a category occurs.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It works by using word counts to classify text.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main idea is that it assumes each word in a message or feature is independent of each others.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 rot="25200">
            <a:off x="459360" y="2008080"/>
            <a:ext cx="7781400" cy="390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X is the document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457200" y="47880"/>
            <a:ext cx="7961040" cy="177948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952920" y="1852560"/>
            <a:ext cx="7046640" cy="157500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1371600" y="3657600"/>
            <a:ext cx="6156720" cy="182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7080" cy="594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Calculate the probabilities of each word given in the Class. Maximum Likelihood Estimation helps finding probabilities based on actual counts from the data.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036440" y="2009520"/>
            <a:ext cx="7122960" cy="152208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1143000" y="4077000"/>
            <a:ext cx="5484600" cy="140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57200" y="275760"/>
            <a:ext cx="8227080" cy="58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Likelihood (with Laplace smoothing), P(X|C)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821520" y="1371600"/>
            <a:ext cx="7580160" cy="457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1418760"/>
            <a:ext cx="7998480" cy="47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Choose the class with max probability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1143000" y="3200400"/>
            <a:ext cx="6578640" cy="11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-45684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Example -Dataset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4664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57200" y="623520"/>
            <a:ext cx="7999200" cy="57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Test message(document):    “buy now”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228960" y="141804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914400" y="1600200"/>
            <a:ext cx="6503040" cy="411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Priors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P(Spam)=2/4=1/2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P(Not Spam)=2/4=1/2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346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Word Frequencies based on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488600"/>
            <a:ext cx="8227080" cy="52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371600" y="1600200"/>
            <a:ext cx="5370480" cy="48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29680" y="-22752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Likelihood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86880" y="685800"/>
            <a:ext cx="8227080" cy="63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Class =Spam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 P(buy|Spam) = (2+1)/(6+10) = 3/16 ]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[ P(now|Spam) = (1+1)/(6+10) = 2/16 ]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lass=Not 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[ P(buy|Not Spam) = (0+1)/(6+10) = 1/16 ][ P(now|Not Spam) = </a:t>
            </a:r>
            <a:r>
              <a:rPr b="0" lang="en-US" sz="2800" spc="-1" strike="noStrike">
                <a:solidFill>
                  <a:schemeClr val="dk1"/>
                </a:solidFill>
                <a:latin typeface="Times New Roman"/>
                <a:ea typeface="Noto Sans CJK SC"/>
              </a:rPr>
              <a:t>(1+1)/(6+10) = 2/16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]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7080" cy="594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960120" y="1552320"/>
            <a:ext cx="7275240" cy="37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Classification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P(Spam∣X)=3/256=0.0117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P(Not Spam∣X)=1/256=0.0039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Since P(Spam∣X)&gt;P(Not Spam∣X),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message is classified as: 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7080" cy="56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Advantages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Fast training and prediction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Works well for text classification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Uses word frequency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Performs well with large vocabularies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7080" cy="52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Disadvantages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Assumes features are independent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Not suitable for binary-only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Does not handle continuous features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Ignores word order and meaning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2026-01-23T23:25:21Z</dcterms:modified>
  <cp:revision>55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