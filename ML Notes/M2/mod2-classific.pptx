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0.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16.xml" ContentType="application/vnd.openxmlformats-officedocument.theme+xml"/>
  <Override PartName="/ppt/theme/theme6.xml" ContentType="application/vnd.openxmlformats-officedocument.theme+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7.xml" ContentType="application/vnd.openxmlformats-officedocument.theme+xml"/>
  <Override PartName="/ppt/_rels/presentation.xml.rels" ContentType="application/vnd.openxmlformats-package.relationships+xml"/>
  <Override PartName="/ppt/media/image11.wmf" ContentType="image/x-wmf"/>
  <Override PartName="/ppt/media/image26.png" ContentType="image/png"/>
  <Override PartName="/ppt/media/image13.wmf" ContentType="image/x-wmf"/>
  <Override PartName="/ppt/media/image9.wmf" ContentType="image/x-wmf"/>
  <Override PartName="/ppt/media/image20.wmf" ContentType="image/x-wmf"/>
  <Override PartName="/ppt/media/image12.wmf" ContentType="image/x-wmf"/>
  <Override PartName="/ppt/media/image8.wmf" ContentType="image/x-wmf"/>
  <Override PartName="/ppt/media/image10.wmf" ContentType="image/x-wmf"/>
  <Override PartName="/ppt/media/image25.png" ContentType="image/png"/>
  <Override PartName="/ppt/media/image7.png" ContentType="image/png"/>
  <Override PartName="/ppt/media/image16.png" ContentType="image/png"/>
  <Override PartName="/ppt/media/image5.png" ContentType="image/png"/>
  <Override PartName="/ppt/media/image3.png" ContentType="image/png"/>
  <Override PartName="/ppt/media/image24.png" ContentType="image/png"/>
  <Override PartName="/ppt/media/image23.png" ContentType="image/png"/>
  <Override PartName="/ppt/media/image22.png" ContentType="image/png"/>
  <Override PartName="/ppt/media/image6.png" ContentType="image/png"/>
  <Override PartName="/ppt/media/image21.png" ContentType="image/png"/>
  <Override PartName="/ppt/media/image19.png" ContentType="image/png"/>
  <Override PartName="/ppt/media/image18.png" ContentType="image/png"/>
  <Override PartName="/ppt/media/image17.png" ContentType="image/png"/>
  <Override PartName="/ppt/media/image14.wmf" ContentType="image/x-wmf"/>
  <Override PartName="/ppt/media/image1.jpeg" ContentType="image/jpeg"/>
  <Override PartName="/ppt/media/image15.wmf" ContentType="image/x-wmf"/>
  <Override PartName="/ppt/media/image2.jpeg" ContentType="image/jpeg"/>
  <Override PartName="/ppt/media/image4.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embeddings/oleObject1.xlsx" ContentType="application/vnd.openxmlformats-officedocument.spreadsheetml.sheet"/>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4.xml.rels" ContentType="application/vnd.openxmlformats-package.relationships+xml"/>
  <Override PartName="/ppt/slides/_rels/slide26.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8.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29.xml.rels" ContentType="application/vnd.openxmlformats-package.relationships+xml"/>
  <Override PartName="/ppt/slides/_rels/slide4.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slide20.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1.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24.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25.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notesSlides/_rels/notesSlide14.xml.rels" ContentType="application/vnd.openxmlformats-package.relationships+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Lst>
  <p:notesMasterIdLst>
    <p:notesMasterId r:id="rId17"/>
  </p:notesMasterIdLst>
  <p:sldIdLst>
    <p:sldId id="256" r:id="rId18"/>
    <p:sldId id="257" r:id="rId19"/>
    <p:sldId id="258" r:id="rId20"/>
    <p:sldId id="259" r:id="rId21"/>
    <p:sldId id="260" r:id="rId22"/>
    <p:sldId id="261" r:id="rId23"/>
    <p:sldId id="262" r:id="rId24"/>
    <p:sldId id="263" r:id="rId25"/>
    <p:sldId id="264" r:id="rId26"/>
    <p:sldId id="265" r:id="rId27"/>
    <p:sldId id="266" r:id="rId28"/>
    <p:sldId id="267" r:id="rId29"/>
    <p:sldId id="268" r:id="rId30"/>
    <p:sldId id="269" r:id="rId31"/>
    <p:sldId id="270" r:id="rId32"/>
    <p:sldId id="271" r:id="rId33"/>
    <p:sldId id="272" r:id="rId34"/>
    <p:sldId id="273" r:id="rId35"/>
    <p:sldId id="274" r:id="rId36"/>
    <p:sldId id="275" r:id="rId37"/>
    <p:sldId id="276" r:id="rId38"/>
    <p:sldId id="277" r:id="rId39"/>
    <p:sldId id="278" r:id="rId40"/>
    <p:sldId id="279" r:id="rId41"/>
    <p:sldId id="280" r:id="rId42"/>
    <p:sldId id="281" r:id="rId43"/>
    <p:sldId id="282" r:id="rId44"/>
    <p:sldId id="283" r:id="rId45"/>
    <p:sldId id="284" r:id="rId46"/>
  </p:sldIdLst>
  <p:sldSz cx="12188825"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notesMaster" Target="notesMasters/notesMaster1.xml"/><Relationship Id="rId18" Type="http://schemas.openxmlformats.org/officeDocument/2006/relationships/slide" Target="slides/slide1.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slide" Target="slides/slide11.xml"/><Relationship Id="rId29" Type="http://schemas.openxmlformats.org/officeDocument/2006/relationships/slide" Target="slides/slide12.xml"/><Relationship Id="rId30" Type="http://schemas.openxmlformats.org/officeDocument/2006/relationships/slide" Target="slides/slide13.xml"/><Relationship Id="rId31" Type="http://schemas.openxmlformats.org/officeDocument/2006/relationships/slide" Target="slides/slide14.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 Id="rId37" Type="http://schemas.openxmlformats.org/officeDocument/2006/relationships/slide" Target="slides/slide20.xml"/><Relationship Id="rId38" Type="http://schemas.openxmlformats.org/officeDocument/2006/relationships/slide" Target="slides/slide21.xml"/><Relationship Id="rId39" Type="http://schemas.openxmlformats.org/officeDocument/2006/relationships/slide" Target="slides/slide22.xml"/><Relationship Id="rId40" Type="http://schemas.openxmlformats.org/officeDocument/2006/relationships/slide" Target="slides/slide23.xml"/><Relationship Id="rId41" Type="http://schemas.openxmlformats.org/officeDocument/2006/relationships/slide" Target="slides/slide24.xml"/><Relationship Id="rId42" Type="http://schemas.openxmlformats.org/officeDocument/2006/relationships/slide" Target="slides/slide25.xml"/><Relationship Id="rId43" Type="http://schemas.openxmlformats.org/officeDocument/2006/relationships/slide" Target="slides/slide26.xml"/><Relationship Id="rId44" Type="http://schemas.openxmlformats.org/officeDocument/2006/relationships/slide" Target="slides/slide27.xml"/><Relationship Id="rId45" Type="http://schemas.openxmlformats.org/officeDocument/2006/relationships/slide" Target="slides/slide28.xml"/><Relationship Id="rId46" Type="http://schemas.openxmlformats.org/officeDocument/2006/relationships/slide" Target="slides/slide29.xml"/><Relationship Id="rId4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8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8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90" name="PlaceHolder 4"/>
          <p:cNvSpPr>
            <a:spLocks noGrp="1"/>
          </p:cNvSpPr>
          <p:nvPr>
            <p:ph type="dt" idx="43"/>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91" name="PlaceHolder 5"/>
          <p:cNvSpPr>
            <a:spLocks noGrp="1"/>
          </p:cNvSpPr>
          <p:nvPr>
            <p:ph type="ftr" idx="44"/>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2" name="PlaceHolder 6"/>
          <p:cNvSpPr>
            <a:spLocks noGrp="1"/>
          </p:cNvSpPr>
          <p:nvPr>
            <p:ph type="sldNum" idx="45"/>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0BF1620F-6E59-4C6B-9745-E2CD664220CD}"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Rectangle 23"/>
          <p:cNvSpPr/>
          <p:nvPr/>
        </p:nvSpPr>
        <p:spPr>
          <a:xfrm>
            <a:off x="4283640" y="10158120"/>
            <a:ext cx="3273480" cy="532440"/>
          </a:xfrm>
          <a:prstGeom prst="rect">
            <a:avLst/>
          </a:prstGeom>
          <a:noFill/>
          <a:ln w="0">
            <a:noFill/>
          </a:ln>
        </p:spPr>
        <p:style>
          <a:lnRef idx="0"/>
          <a:fillRef idx="0"/>
          <a:effectRef idx="0"/>
          <a:fontRef idx="minor"/>
        </p:style>
        <p:txBody>
          <a:bodyPr lIns="93240" rIns="93240" tIns="46440" bIns="46440" anchor="b">
            <a:noAutofit/>
          </a:bodyPr>
          <a:p>
            <a:pPr algn="r">
              <a:lnSpc>
                <a:spcPct val="100000"/>
              </a:lnSpc>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F259E6D2-F3F7-42F4-9FBC-089B6024EE63}" type="slidenum">
              <a:rPr b="0" lang="en-US" sz="1200" spc="-1" strike="noStrike">
                <a:solidFill>
                  <a:srgbClr val="000000"/>
                </a:solidFill>
                <a:latin typeface="Times New Roman"/>
              </a:rPr>
              <a:t>&lt;number&gt;</a:t>
            </a:fld>
            <a:endParaRPr b="0" lang="en-US" sz="12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609120" y="168840"/>
            <a:ext cx="10967040" cy="6253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 name="PlaceHolder 2"/>
          <p:cNvSpPr>
            <a:spLocks noGrp="1"/>
          </p:cNvSpPr>
          <p:nvPr>
            <p:ph type="subTitle"/>
          </p:nvPr>
        </p:nvSpPr>
        <p:spPr>
          <a:xfrm>
            <a:off x="609120" y="1174680"/>
            <a:ext cx="10967040" cy="49500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F726C0DE-F224-4231-A853-C59347FAA893}"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1955F2A6-197C-449D-9550-38F0014600E5}"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71C942FC-8AC7-4E8F-8415-0902BBF4B9BE}"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and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120" y="168840"/>
            <a:ext cx="10967040" cy="6253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3" name="PlaceHolder 2"/>
          <p:cNvSpPr>
            <a:spLocks noGrp="1"/>
          </p:cNvSpPr>
          <p:nvPr>
            <p:ph/>
          </p:nvPr>
        </p:nvSpPr>
        <p:spPr>
          <a:xfrm>
            <a:off x="609120" y="1174680"/>
            <a:ext cx="10967040" cy="49500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A7B7415D-10C9-4E08-B603-1405E6DD2C25}"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30" name="PlaceHolder 1"/>
          <p:cNvSpPr>
            <a:spLocks noGrp="1"/>
          </p:cNvSpPr>
          <p:nvPr>
            <p:ph type="title"/>
          </p:nvPr>
        </p:nvSpPr>
        <p:spPr>
          <a:xfrm>
            <a:off x="609120" y="168840"/>
            <a:ext cx="10967040" cy="6253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1" name="PlaceHolder 2"/>
          <p:cNvSpPr>
            <a:spLocks noGrp="1"/>
          </p:cNvSpPr>
          <p:nvPr>
            <p:ph/>
          </p:nvPr>
        </p:nvSpPr>
        <p:spPr>
          <a:xfrm>
            <a:off x="609120" y="1174680"/>
            <a:ext cx="10967040" cy="49500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FA85F16C-4A59-470E-8D28-705B4F7DBD0F}"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spTree>
      <p:nvGrpSpPr>
        <p:cNvPr id="1" name=""/>
        <p:cNvGrpSpPr/>
        <p:nvPr/>
      </p:nvGrpSpPr>
      <p:grpSpPr>
        <a:xfrm>
          <a:off x="0" y="0"/>
          <a:ext cx="0" cy="0"/>
          <a:chOff x="0" y="0"/>
          <a:chExt cx="0" cy="0"/>
        </a:xfrm>
      </p:grpSpPr>
      <p:sp>
        <p:nvSpPr>
          <p:cNvPr id="38" name="PlaceHolder 1"/>
          <p:cNvSpPr>
            <a:spLocks noGrp="1"/>
          </p:cNvSpPr>
          <p:nvPr>
            <p:ph type="title"/>
          </p:nvPr>
        </p:nvSpPr>
        <p:spPr>
          <a:xfrm>
            <a:off x="609120" y="168840"/>
            <a:ext cx="10967040" cy="6253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9" name="PlaceHolder 2"/>
          <p:cNvSpPr>
            <a:spLocks noGrp="1"/>
          </p:cNvSpPr>
          <p:nvPr>
            <p:ph/>
          </p:nvPr>
        </p:nvSpPr>
        <p:spPr>
          <a:xfrm>
            <a:off x="609120" y="1174680"/>
            <a:ext cx="10967040" cy="49500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1BB64D76-7C37-4354-B4D4-8744F07473A3}" type="slidenum">
              <a:t>&lt;#&gt;</a:t>
            </a:fld>
          </a:p>
        </p:txBody>
      </p:sp>
      <p:sp>
        <p:nvSpPr>
          <p:cNvPr id="6" name="PlaceHolder 5"/>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D9BB38E9-6519-4E45-A565-14A137DDFCC3}"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09120" y="168840"/>
            <a:ext cx="10967040" cy="6253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2" name="PlaceHolder 2"/>
          <p:cNvSpPr>
            <a:spLocks noGrp="1"/>
          </p:cNvSpPr>
          <p:nvPr>
            <p:ph/>
          </p:nvPr>
        </p:nvSpPr>
        <p:spPr>
          <a:xfrm>
            <a:off x="609120" y="1174680"/>
            <a:ext cx="5351760" cy="49500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3" name="PlaceHolder 3"/>
          <p:cNvSpPr>
            <a:spLocks noGrp="1"/>
          </p:cNvSpPr>
          <p:nvPr>
            <p:ph/>
          </p:nvPr>
        </p:nvSpPr>
        <p:spPr>
          <a:xfrm>
            <a:off x="6228720" y="1174680"/>
            <a:ext cx="5351760" cy="49500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22"/>
          </p:nvPr>
        </p:nvSpPr>
        <p:spPr/>
        <p:txBody>
          <a:bodyPr/>
          <a:p>
            <a:r>
              <a:t>Footer</a:t>
            </a:r>
          </a:p>
        </p:txBody>
      </p:sp>
      <p:sp>
        <p:nvSpPr>
          <p:cNvPr id="6" name="PlaceHolder 5"/>
          <p:cNvSpPr>
            <a:spLocks noGrp="1"/>
          </p:cNvSpPr>
          <p:nvPr>
            <p:ph type="sldNum" idx="23"/>
          </p:nvPr>
        </p:nvSpPr>
        <p:spPr/>
        <p:txBody>
          <a:bodyPr/>
          <a:p>
            <a:fld id="{D69959A4-5000-436C-B77C-1395B2D4F7F8}" type="slidenum">
              <a:t>&lt;#&gt;</a:t>
            </a:fld>
          </a:p>
        </p:txBody>
      </p:sp>
      <p:sp>
        <p:nvSpPr>
          <p:cNvPr id="7" name="PlaceHolder 6"/>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D1D38D6D-FAA8-4FF3-9ADD-371E1F74D577}"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Only">
    <p:spTree>
      <p:nvGrpSpPr>
        <p:cNvPr id="1" name=""/>
        <p:cNvGrpSpPr/>
        <p:nvPr/>
      </p:nvGrpSpPr>
      <p:grpSpPr>
        <a:xfrm>
          <a:off x="0" y="0"/>
          <a:ext cx="0" cy="0"/>
          <a:chOff x="0" y="0"/>
          <a:chExt cx="0" cy="0"/>
        </a:xfrm>
      </p:grpSpPr>
      <p:sp>
        <p:nvSpPr>
          <p:cNvPr id="64" name="PlaceHolder 1"/>
          <p:cNvSpPr>
            <a:spLocks noGrp="1"/>
          </p:cNvSpPr>
          <p:nvPr>
            <p:ph type="title"/>
          </p:nvPr>
        </p:nvSpPr>
        <p:spPr>
          <a:xfrm>
            <a:off x="609120" y="168840"/>
            <a:ext cx="10967040" cy="6253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5" name="PlaceHolder 2"/>
          <p:cNvSpPr>
            <a:spLocks noGrp="1"/>
          </p:cNvSpPr>
          <p:nvPr>
            <p:ph/>
          </p:nvPr>
        </p:nvSpPr>
        <p:spPr>
          <a:xfrm>
            <a:off x="609120" y="1174680"/>
            <a:ext cx="10967040" cy="49500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D7A7E409-9CF5-4D09-B6B4-33C222D02579}" type="slidenum">
              <a:t>&lt;#&gt;</a:t>
            </a:fld>
          </a:p>
        </p:txBody>
      </p:sp>
      <p:sp>
        <p:nvSpPr>
          <p:cNvPr id="6" name="PlaceHolder 5"/>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
    <p:spTree>
      <p:nvGrpSpPr>
        <p:cNvPr id="1" name=""/>
        <p:cNvGrpSpPr/>
        <p:nvPr/>
      </p:nvGrpSpPr>
      <p:grpSpPr>
        <a:xfrm>
          <a:off x="0" y="0"/>
          <a:ext cx="0" cy="0"/>
          <a:chOff x="0" y="0"/>
          <a:chExt cx="0" cy="0"/>
        </a:xfrm>
      </p:grpSpPr>
      <p:sp>
        <p:nvSpPr>
          <p:cNvPr id="72" name="PlaceHolder 1"/>
          <p:cNvSpPr>
            <a:spLocks noGrp="1"/>
          </p:cNvSpPr>
          <p:nvPr>
            <p:ph type="title"/>
          </p:nvPr>
        </p:nvSpPr>
        <p:spPr>
          <a:xfrm>
            <a:off x="609120" y="168840"/>
            <a:ext cx="10967040" cy="6253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31"/>
          </p:nvPr>
        </p:nvSpPr>
        <p:spPr/>
        <p:txBody>
          <a:bodyPr/>
          <a:p>
            <a:r>
              <a:t>Footer</a:t>
            </a:r>
          </a:p>
        </p:txBody>
      </p:sp>
      <p:sp>
        <p:nvSpPr>
          <p:cNvPr id="4" name="PlaceHolder 3"/>
          <p:cNvSpPr>
            <a:spLocks noGrp="1"/>
          </p:cNvSpPr>
          <p:nvPr>
            <p:ph type="sldNum" idx="32"/>
          </p:nvPr>
        </p:nvSpPr>
        <p:spPr/>
        <p:txBody>
          <a:bodyPr/>
          <a:p>
            <a:fld id="{65194A8A-4458-41D1-973E-B8B2E146E0E4}" type="slidenum">
              <a:t>&lt;#&gt;</a:t>
            </a:fld>
          </a:p>
        </p:txBody>
      </p:sp>
      <p:sp>
        <p:nvSpPr>
          <p:cNvPr id="5" name="PlaceHolder 4"/>
          <p:cNvSpPr>
            <a:spLocks noGrp="1"/>
          </p:cNvSpPr>
          <p:nvPr>
            <p:ph type="dt" idx="3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34"/>
          </p:nvPr>
        </p:nvSpPr>
        <p:spPr/>
        <p:txBody>
          <a:bodyPr/>
          <a:p>
            <a:r>
              <a:t>Footer</a:t>
            </a:r>
          </a:p>
        </p:txBody>
      </p:sp>
      <p:sp>
        <p:nvSpPr>
          <p:cNvPr id="3" name="PlaceHolder 2"/>
          <p:cNvSpPr>
            <a:spLocks noGrp="1"/>
          </p:cNvSpPr>
          <p:nvPr>
            <p:ph type="sldNum" idx="35"/>
          </p:nvPr>
        </p:nvSpPr>
        <p:spPr/>
        <p:txBody>
          <a:bodyPr/>
          <a:p>
            <a:fld id="{5CD6BF64-A971-491B-80F1-CEC357B9EED6}" type="slidenum">
              <a:t>&lt;#&gt;</a:t>
            </a:fld>
          </a:p>
        </p:txBody>
      </p:sp>
      <p:sp>
        <p:nvSpPr>
          <p:cNvPr id="4" name="PlaceHolder 3"/>
          <p:cNvSpPr>
            <a:spLocks noGrp="1"/>
          </p:cNvSpPr>
          <p:nvPr>
            <p:ph type="dt" idx="36"/>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37"/>
          </p:nvPr>
        </p:nvSpPr>
        <p:spPr/>
        <p:txBody>
          <a:bodyPr/>
          <a:p>
            <a:r>
              <a:t>Footer</a:t>
            </a:r>
          </a:p>
        </p:txBody>
      </p:sp>
      <p:sp>
        <p:nvSpPr>
          <p:cNvPr id="3" name="PlaceHolder 2"/>
          <p:cNvSpPr>
            <a:spLocks noGrp="1"/>
          </p:cNvSpPr>
          <p:nvPr>
            <p:ph type="sldNum" idx="38"/>
          </p:nvPr>
        </p:nvSpPr>
        <p:spPr/>
        <p:txBody>
          <a:bodyPr/>
          <a:p>
            <a:fld id="{A8009BFD-B838-4221-AC1E-90ECBCE77ADD}" type="slidenum">
              <a:t>&lt;#&gt;</a:t>
            </a:fld>
          </a:p>
        </p:txBody>
      </p:sp>
      <p:sp>
        <p:nvSpPr>
          <p:cNvPr id="4" name="PlaceHolder 3"/>
          <p:cNvSpPr>
            <a:spLocks noGrp="1"/>
          </p:cNvSpPr>
          <p:nvPr>
            <p:ph type="dt" idx="39"/>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40"/>
          </p:nvPr>
        </p:nvSpPr>
        <p:spPr/>
        <p:txBody>
          <a:bodyPr/>
          <a:p>
            <a:r>
              <a:t>Footer</a:t>
            </a:r>
          </a:p>
        </p:txBody>
      </p:sp>
      <p:sp>
        <p:nvSpPr>
          <p:cNvPr id="3" name="PlaceHolder 2"/>
          <p:cNvSpPr>
            <a:spLocks noGrp="1"/>
          </p:cNvSpPr>
          <p:nvPr>
            <p:ph type="sldNum" idx="41"/>
          </p:nvPr>
        </p:nvSpPr>
        <p:spPr/>
        <p:txBody>
          <a:bodyPr/>
          <a:p>
            <a:fld id="{3A04CDED-73C6-4639-85C7-9117A555E4D5}" type="slidenum">
              <a:t>&lt;#&gt;</a:t>
            </a:fld>
          </a:p>
        </p:txBody>
      </p:sp>
      <p:sp>
        <p:nvSpPr>
          <p:cNvPr id="4" name="PlaceHolder 3"/>
          <p:cNvSpPr>
            <a:spLocks noGrp="1"/>
          </p:cNvSpPr>
          <p:nvPr>
            <p:ph type="dt" idx="42"/>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jpeg"/><Relationship Id="rId3"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jpeg"/><Relationship Id="rId3"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0" name="Picture 9" descr=""/>
          <p:cNvPicPr/>
          <p:nvPr/>
        </p:nvPicPr>
        <p:blipFill>
          <a:blip r:embed="rId2"/>
          <a:stretch/>
        </p:blipFill>
        <p:spPr>
          <a:xfrm>
            <a:off x="0" y="0"/>
            <a:ext cx="12202920" cy="6855120"/>
          </a:xfrm>
          <a:prstGeom prst="rect">
            <a:avLst/>
          </a:prstGeom>
          <a:ln w="9525">
            <a:noFill/>
          </a:ln>
        </p:spPr>
      </p:pic>
      <p:pic>
        <p:nvPicPr>
          <p:cNvPr id="1" name="Picture 2" descr=""/>
          <p:cNvPicPr/>
          <p:nvPr/>
        </p:nvPicPr>
        <p:blipFill>
          <a:blip r:embed="rId3"/>
          <a:stretch/>
        </p:blipFill>
        <p:spPr>
          <a:xfrm>
            <a:off x="0" y="0"/>
            <a:ext cx="12202920" cy="6855120"/>
          </a:xfrm>
          <a:prstGeom prst="rect">
            <a:avLst/>
          </a:prstGeom>
          <a:ln w="9525">
            <a:noFill/>
          </a:ln>
        </p:spPr>
      </p:pic>
      <p:sp>
        <p:nvSpPr>
          <p:cNvPr id="2" name="PlaceHolder 1"/>
          <p:cNvSpPr>
            <a:spLocks noGrp="1"/>
          </p:cNvSpPr>
          <p:nvPr>
            <p:ph type="title"/>
          </p:nvPr>
        </p:nvSpPr>
        <p:spPr>
          <a:xfrm>
            <a:off x="609120" y="168840"/>
            <a:ext cx="10967040" cy="6249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 name="PlaceHolder 2"/>
          <p:cNvSpPr>
            <a:spLocks noGrp="1"/>
          </p:cNvSpPr>
          <p:nvPr>
            <p:ph type="ftr" idx="1"/>
          </p:nvPr>
        </p:nvSpPr>
        <p:spPr>
          <a:xfrm>
            <a:off x="4164120" y="6245280"/>
            <a:ext cx="3856680" cy="4734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b="0" lang="en-US" sz="1400" spc="-1" strike="noStrike">
                <a:solidFill>
                  <a:schemeClr val="dk1"/>
                </a:solidFill>
                <a:latin typeface="Arial"/>
                <a:ea typeface="SimSun"/>
              </a:defRPr>
            </a:lvl1pPr>
          </a:lstStyle>
          <a:p>
            <a:pPr indent="0" algn="ctr" defTabSz="914400">
              <a:lnSpc>
                <a:spcPct val="100000"/>
              </a:lnSpc>
              <a:buNone/>
              <a:tabLst>
                <a:tab algn="l" pos="0"/>
              </a:tabLst>
            </a:pPr>
            <a:r>
              <a:rPr b="0" lang="en-US" sz="1400" spc="-1" strike="noStrike">
                <a:solidFill>
                  <a:schemeClr val="dk1"/>
                </a:solidFill>
                <a:latin typeface="Arial"/>
                <a:ea typeface="SimSun"/>
              </a:rPr>
              <a:t>&lt;footer&gt;</a:t>
            </a:r>
            <a:endParaRPr b="0" lang="en-US" sz="1400" spc="-1" strike="noStrike">
              <a:solidFill>
                <a:srgbClr val="000000"/>
              </a:solidFill>
              <a:latin typeface="Times New Roman"/>
            </a:endParaRPr>
          </a:p>
        </p:txBody>
      </p:sp>
      <p:sp>
        <p:nvSpPr>
          <p:cNvPr id="4" name="PlaceHolder 3"/>
          <p:cNvSpPr>
            <a:spLocks noGrp="1"/>
          </p:cNvSpPr>
          <p:nvPr>
            <p:ph type="sldNum" idx="2"/>
          </p:nvPr>
        </p:nvSpPr>
        <p:spPr>
          <a:xfrm>
            <a:off x="8735040" y="6245280"/>
            <a:ext cx="2841120" cy="473400"/>
          </a:xfrm>
          <a:prstGeom prst="rect">
            <a:avLst/>
          </a:prstGeom>
          <a:noFill/>
          <a:ln w="0">
            <a:noFill/>
          </a:ln>
        </p:spPr>
        <p:txBody>
          <a:bodyPr numCol="1" spcCol="0" lIns="91440" rIns="91440" tIns="45720" bIns="45720" anchor="t">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F31391EF-9E05-4F67-BA1B-D59ECD8710FD}"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5" name="PlaceHolder 4"/>
          <p:cNvSpPr>
            <a:spLocks noGrp="1"/>
          </p:cNvSpPr>
          <p:nvPr>
            <p:ph type="dt" idx="3"/>
          </p:nvPr>
        </p:nvSpPr>
        <p:spPr>
          <a:xfrm>
            <a:off x="609120" y="6245280"/>
            <a:ext cx="2841120" cy="47340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8" name="Picture 9" descr=""/>
          <p:cNvPicPr/>
          <p:nvPr/>
        </p:nvPicPr>
        <p:blipFill>
          <a:blip r:embed="rId2"/>
          <a:stretch/>
        </p:blipFill>
        <p:spPr>
          <a:xfrm>
            <a:off x="0" y="0"/>
            <a:ext cx="12202920" cy="6855120"/>
          </a:xfrm>
          <a:prstGeom prst="rect">
            <a:avLst/>
          </a:prstGeom>
          <a:ln w="9525">
            <a:noFill/>
          </a:ln>
        </p:spPr>
      </p:pic>
      <p:sp>
        <p:nvSpPr>
          <p:cNvPr id="9" name="PlaceHolder 1"/>
          <p:cNvSpPr>
            <a:spLocks noGrp="1"/>
          </p:cNvSpPr>
          <p:nvPr>
            <p:ph type="ftr" idx="4"/>
          </p:nvPr>
        </p:nvSpPr>
        <p:spPr>
          <a:xfrm>
            <a:off x="4164120" y="6245280"/>
            <a:ext cx="3856680" cy="4734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b="0" lang="en-US" sz="1400" spc="-1" strike="noStrike">
                <a:solidFill>
                  <a:schemeClr val="dk1"/>
                </a:solidFill>
                <a:latin typeface="Arial"/>
                <a:ea typeface="SimSun"/>
              </a:defRPr>
            </a:lvl1pPr>
          </a:lstStyle>
          <a:p>
            <a:pPr indent="0" algn="ctr" defTabSz="914400">
              <a:lnSpc>
                <a:spcPct val="100000"/>
              </a:lnSpc>
              <a:buNone/>
              <a:tabLst>
                <a:tab algn="l" pos="0"/>
              </a:tabLst>
            </a:pPr>
            <a:r>
              <a:rPr b="0" lang="en-US" sz="1400" spc="-1" strike="noStrike">
                <a:solidFill>
                  <a:schemeClr val="dk1"/>
                </a:solidFill>
                <a:latin typeface="Arial"/>
                <a:ea typeface="SimSun"/>
              </a:rPr>
              <a:t>&lt;footer&gt;</a:t>
            </a:r>
            <a:endParaRPr b="0" lang="en-US" sz="1400" spc="-1" strike="noStrike">
              <a:solidFill>
                <a:srgbClr val="000000"/>
              </a:solidFill>
              <a:latin typeface="Times New Roman"/>
            </a:endParaRPr>
          </a:p>
        </p:txBody>
      </p:sp>
      <p:sp>
        <p:nvSpPr>
          <p:cNvPr id="10" name="PlaceHolder 2"/>
          <p:cNvSpPr>
            <a:spLocks noGrp="1"/>
          </p:cNvSpPr>
          <p:nvPr>
            <p:ph type="sldNum" idx="5"/>
          </p:nvPr>
        </p:nvSpPr>
        <p:spPr>
          <a:xfrm>
            <a:off x="8735040" y="6245280"/>
            <a:ext cx="2841120" cy="473400"/>
          </a:xfrm>
          <a:prstGeom prst="rect">
            <a:avLst/>
          </a:prstGeom>
          <a:noFill/>
          <a:ln w="0">
            <a:noFill/>
          </a:ln>
        </p:spPr>
        <p:txBody>
          <a:bodyPr numCol="1" spcCol="0" lIns="91440" rIns="91440" tIns="45720" bIns="45720" anchor="t">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C6EA6DBD-EFA2-4775-B4ED-018C8AA09E8E}"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11" name="PlaceHolder 3"/>
          <p:cNvSpPr>
            <a:spLocks noGrp="1"/>
          </p:cNvSpPr>
          <p:nvPr>
            <p:ph type="dt" idx="6"/>
          </p:nvPr>
        </p:nvSpPr>
        <p:spPr>
          <a:xfrm>
            <a:off x="609120" y="6245280"/>
            <a:ext cx="2841120" cy="47340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2" name="Picture 9" descr=""/>
          <p:cNvPicPr/>
          <p:nvPr/>
        </p:nvPicPr>
        <p:blipFill>
          <a:blip r:embed="rId2"/>
          <a:stretch/>
        </p:blipFill>
        <p:spPr>
          <a:xfrm>
            <a:off x="0" y="0"/>
            <a:ext cx="12202920" cy="6855120"/>
          </a:xfrm>
          <a:prstGeom prst="rect">
            <a:avLst/>
          </a:prstGeom>
          <a:ln w="9525">
            <a:noFill/>
          </a:ln>
        </p:spPr>
      </p:pic>
      <p:sp>
        <p:nvSpPr>
          <p:cNvPr id="13" name="PlaceHolder 1"/>
          <p:cNvSpPr>
            <a:spLocks noGrp="1"/>
          </p:cNvSpPr>
          <p:nvPr>
            <p:ph type="ftr" idx="7"/>
          </p:nvPr>
        </p:nvSpPr>
        <p:spPr>
          <a:xfrm>
            <a:off x="4164120" y="6245280"/>
            <a:ext cx="3856680" cy="4734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b="0" lang="en-US" sz="1400" spc="-1" strike="noStrike">
                <a:solidFill>
                  <a:schemeClr val="dk1"/>
                </a:solidFill>
                <a:latin typeface="Arial"/>
                <a:ea typeface="SimSun"/>
              </a:defRPr>
            </a:lvl1pPr>
          </a:lstStyle>
          <a:p>
            <a:pPr indent="0" algn="ctr" defTabSz="914400">
              <a:lnSpc>
                <a:spcPct val="100000"/>
              </a:lnSpc>
              <a:buNone/>
              <a:tabLst>
                <a:tab algn="l" pos="0"/>
              </a:tabLst>
            </a:pPr>
            <a:r>
              <a:rPr b="0" lang="en-US" sz="1400" spc="-1" strike="noStrike">
                <a:solidFill>
                  <a:schemeClr val="dk1"/>
                </a:solidFill>
                <a:latin typeface="Arial"/>
                <a:ea typeface="SimSun"/>
              </a:rPr>
              <a:t>&lt;footer&gt;</a:t>
            </a:r>
            <a:endParaRPr b="0" lang="en-US" sz="1400" spc="-1" strike="noStrike">
              <a:solidFill>
                <a:srgbClr val="000000"/>
              </a:solidFill>
              <a:latin typeface="Times New Roman"/>
            </a:endParaRPr>
          </a:p>
        </p:txBody>
      </p:sp>
      <p:sp>
        <p:nvSpPr>
          <p:cNvPr id="14" name="PlaceHolder 2"/>
          <p:cNvSpPr>
            <a:spLocks noGrp="1"/>
          </p:cNvSpPr>
          <p:nvPr>
            <p:ph type="sldNum" idx="8"/>
          </p:nvPr>
        </p:nvSpPr>
        <p:spPr>
          <a:xfrm>
            <a:off x="8735040" y="6245280"/>
            <a:ext cx="2841120" cy="473400"/>
          </a:xfrm>
          <a:prstGeom prst="rect">
            <a:avLst/>
          </a:prstGeom>
          <a:noFill/>
          <a:ln w="0">
            <a:noFill/>
          </a:ln>
        </p:spPr>
        <p:txBody>
          <a:bodyPr numCol="1" spcCol="0" lIns="91440" rIns="91440" tIns="45720" bIns="45720" anchor="t">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38E3E901-E368-4E0D-A3B4-DC5FA6963946}"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15" name="PlaceHolder 3"/>
          <p:cNvSpPr>
            <a:spLocks noGrp="1"/>
          </p:cNvSpPr>
          <p:nvPr>
            <p:ph type="dt" idx="9"/>
          </p:nvPr>
        </p:nvSpPr>
        <p:spPr>
          <a:xfrm>
            <a:off x="609120" y="6245280"/>
            <a:ext cx="2841120" cy="47340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6" name="Picture 9" descr=""/>
          <p:cNvPicPr/>
          <p:nvPr/>
        </p:nvPicPr>
        <p:blipFill>
          <a:blip r:embed="rId2"/>
          <a:stretch/>
        </p:blipFill>
        <p:spPr>
          <a:xfrm>
            <a:off x="0" y="0"/>
            <a:ext cx="12202920" cy="6855120"/>
          </a:xfrm>
          <a:prstGeom prst="rect">
            <a:avLst/>
          </a:prstGeom>
          <a:ln w="9525">
            <a:noFill/>
          </a:ln>
        </p:spPr>
      </p:pic>
      <p:sp>
        <p:nvSpPr>
          <p:cNvPr id="17" name="PlaceHolder 1"/>
          <p:cNvSpPr>
            <a:spLocks noGrp="1"/>
          </p:cNvSpPr>
          <p:nvPr>
            <p:ph type="title"/>
          </p:nvPr>
        </p:nvSpPr>
        <p:spPr>
          <a:xfrm>
            <a:off x="609120" y="168840"/>
            <a:ext cx="10967040" cy="6249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8" name="PlaceHolder 2"/>
          <p:cNvSpPr>
            <a:spLocks noGrp="1"/>
          </p:cNvSpPr>
          <p:nvPr>
            <p:ph type="body"/>
          </p:nvPr>
        </p:nvSpPr>
        <p:spPr>
          <a:xfrm>
            <a:off x="609120" y="1174680"/>
            <a:ext cx="10967040" cy="49500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 name="PlaceHolder 3"/>
          <p:cNvSpPr>
            <a:spLocks noGrp="1"/>
          </p:cNvSpPr>
          <p:nvPr>
            <p:ph type="ftr" idx="10"/>
          </p:nvPr>
        </p:nvSpPr>
        <p:spPr>
          <a:xfrm>
            <a:off x="4164120" y="6245280"/>
            <a:ext cx="3856680" cy="4734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b="0" lang="en-US" sz="1400" spc="-1" strike="noStrike">
                <a:solidFill>
                  <a:schemeClr val="dk1"/>
                </a:solidFill>
                <a:latin typeface="Arial"/>
                <a:ea typeface="SimSun"/>
              </a:defRPr>
            </a:lvl1pPr>
          </a:lstStyle>
          <a:p>
            <a:pPr indent="0" algn="ctr" defTabSz="914400">
              <a:lnSpc>
                <a:spcPct val="100000"/>
              </a:lnSpc>
              <a:buNone/>
              <a:tabLst>
                <a:tab algn="l" pos="0"/>
              </a:tabLst>
            </a:pPr>
            <a:r>
              <a:rPr b="0" lang="en-US" sz="1400" spc="-1" strike="noStrike">
                <a:solidFill>
                  <a:schemeClr val="dk1"/>
                </a:solidFill>
                <a:latin typeface="Arial"/>
                <a:ea typeface="SimSun"/>
              </a:rPr>
              <a:t>&lt;footer&gt;</a:t>
            </a:r>
            <a:endParaRPr b="0" lang="en-US" sz="1400" spc="-1" strike="noStrike">
              <a:solidFill>
                <a:srgbClr val="000000"/>
              </a:solidFill>
              <a:latin typeface="Times New Roman"/>
            </a:endParaRPr>
          </a:p>
        </p:txBody>
      </p:sp>
      <p:sp>
        <p:nvSpPr>
          <p:cNvPr id="20" name="PlaceHolder 4"/>
          <p:cNvSpPr>
            <a:spLocks noGrp="1"/>
          </p:cNvSpPr>
          <p:nvPr>
            <p:ph type="sldNum" idx="11"/>
          </p:nvPr>
        </p:nvSpPr>
        <p:spPr>
          <a:xfrm>
            <a:off x="8735040" y="6245280"/>
            <a:ext cx="2841120" cy="473400"/>
          </a:xfrm>
          <a:prstGeom prst="rect">
            <a:avLst/>
          </a:prstGeom>
          <a:noFill/>
          <a:ln w="0">
            <a:noFill/>
          </a:ln>
        </p:spPr>
        <p:txBody>
          <a:bodyPr numCol="1" spcCol="0" lIns="91440" rIns="91440" tIns="45720" bIns="45720" anchor="t">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8043C569-BF6F-42B2-ADE5-A676BE9A61AD}"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21" name="PlaceHolder 5"/>
          <p:cNvSpPr>
            <a:spLocks noGrp="1"/>
          </p:cNvSpPr>
          <p:nvPr>
            <p:ph type="dt" idx="12"/>
          </p:nvPr>
        </p:nvSpPr>
        <p:spPr>
          <a:xfrm>
            <a:off x="609120" y="6245280"/>
            <a:ext cx="2841120" cy="47340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4" name="Picture 9" descr=""/>
          <p:cNvPicPr/>
          <p:nvPr/>
        </p:nvPicPr>
        <p:blipFill>
          <a:blip r:embed="rId2"/>
          <a:stretch/>
        </p:blipFill>
        <p:spPr>
          <a:xfrm>
            <a:off x="0" y="0"/>
            <a:ext cx="12202920" cy="6855120"/>
          </a:xfrm>
          <a:prstGeom prst="rect">
            <a:avLst/>
          </a:prstGeom>
          <a:ln w="9525">
            <a:noFill/>
          </a:ln>
        </p:spPr>
      </p:pic>
      <p:sp>
        <p:nvSpPr>
          <p:cNvPr id="25" name="PlaceHolder 1"/>
          <p:cNvSpPr>
            <a:spLocks noGrp="1"/>
          </p:cNvSpPr>
          <p:nvPr>
            <p:ph type="title"/>
          </p:nvPr>
        </p:nvSpPr>
        <p:spPr>
          <a:xfrm>
            <a:off x="609120" y="168840"/>
            <a:ext cx="10967040" cy="6249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6" name="PlaceHolder 2"/>
          <p:cNvSpPr>
            <a:spLocks noGrp="1"/>
          </p:cNvSpPr>
          <p:nvPr>
            <p:ph type="body"/>
          </p:nvPr>
        </p:nvSpPr>
        <p:spPr>
          <a:xfrm>
            <a:off x="609120" y="1174680"/>
            <a:ext cx="10967040" cy="49500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 name="PlaceHolder 3"/>
          <p:cNvSpPr>
            <a:spLocks noGrp="1"/>
          </p:cNvSpPr>
          <p:nvPr>
            <p:ph type="ftr" idx="13"/>
          </p:nvPr>
        </p:nvSpPr>
        <p:spPr>
          <a:xfrm>
            <a:off x="4164120" y="6245280"/>
            <a:ext cx="3856680" cy="4734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b="0" lang="en-US" sz="1400" spc="-1" strike="noStrike">
                <a:solidFill>
                  <a:schemeClr val="dk1"/>
                </a:solidFill>
                <a:latin typeface="Arial"/>
                <a:ea typeface="SimSun"/>
              </a:defRPr>
            </a:lvl1pPr>
          </a:lstStyle>
          <a:p>
            <a:pPr indent="0" algn="ctr" defTabSz="914400">
              <a:lnSpc>
                <a:spcPct val="100000"/>
              </a:lnSpc>
              <a:buNone/>
              <a:tabLst>
                <a:tab algn="l" pos="0"/>
              </a:tabLst>
            </a:pPr>
            <a:r>
              <a:rPr b="0" lang="en-US" sz="1400" spc="-1" strike="noStrike">
                <a:solidFill>
                  <a:schemeClr val="dk1"/>
                </a:solidFill>
                <a:latin typeface="Arial"/>
                <a:ea typeface="SimSun"/>
              </a:rPr>
              <a:t>&lt;footer&gt;</a:t>
            </a:r>
            <a:endParaRPr b="0" lang="en-US" sz="1400" spc="-1" strike="noStrike">
              <a:solidFill>
                <a:srgbClr val="000000"/>
              </a:solidFill>
              <a:latin typeface="Times New Roman"/>
            </a:endParaRPr>
          </a:p>
        </p:txBody>
      </p:sp>
      <p:sp>
        <p:nvSpPr>
          <p:cNvPr id="28" name="PlaceHolder 4"/>
          <p:cNvSpPr>
            <a:spLocks noGrp="1"/>
          </p:cNvSpPr>
          <p:nvPr>
            <p:ph type="sldNum" idx="14"/>
          </p:nvPr>
        </p:nvSpPr>
        <p:spPr>
          <a:xfrm>
            <a:off x="8735040" y="6245280"/>
            <a:ext cx="2841120" cy="473400"/>
          </a:xfrm>
          <a:prstGeom prst="rect">
            <a:avLst/>
          </a:prstGeom>
          <a:noFill/>
          <a:ln w="0">
            <a:noFill/>
          </a:ln>
        </p:spPr>
        <p:txBody>
          <a:bodyPr numCol="1" spcCol="0" lIns="91440" rIns="91440" tIns="45720" bIns="45720" anchor="t">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289D24B5-603A-41B2-93AE-E2B8FB99E63A}"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29" name="PlaceHolder 5"/>
          <p:cNvSpPr>
            <a:spLocks noGrp="1"/>
          </p:cNvSpPr>
          <p:nvPr>
            <p:ph type="dt" idx="15"/>
          </p:nvPr>
        </p:nvSpPr>
        <p:spPr>
          <a:xfrm>
            <a:off x="609120" y="6245280"/>
            <a:ext cx="2841120" cy="47340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32" name="Picture 9" descr=""/>
          <p:cNvPicPr/>
          <p:nvPr/>
        </p:nvPicPr>
        <p:blipFill>
          <a:blip r:embed="rId2"/>
          <a:stretch/>
        </p:blipFill>
        <p:spPr>
          <a:xfrm>
            <a:off x="0" y="0"/>
            <a:ext cx="12202920" cy="6855120"/>
          </a:xfrm>
          <a:prstGeom prst="rect">
            <a:avLst/>
          </a:prstGeom>
          <a:ln w="9525">
            <a:noFill/>
          </a:ln>
        </p:spPr>
      </p:pic>
      <p:sp>
        <p:nvSpPr>
          <p:cNvPr id="33" name="PlaceHolder 1"/>
          <p:cNvSpPr>
            <a:spLocks noGrp="1"/>
          </p:cNvSpPr>
          <p:nvPr>
            <p:ph type="title"/>
          </p:nvPr>
        </p:nvSpPr>
        <p:spPr>
          <a:xfrm>
            <a:off x="609120" y="168840"/>
            <a:ext cx="10967040" cy="6249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4" name="PlaceHolder 2"/>
          <p:cNvSpPr>
            <a:spLocks noGrp="1"/>
          </p:cNvSpPr>
          <p:nvPr>
            <p:ph type="body"/>
          </p:nvPr>
        </p:nvSpPr>
        <p:spPr>
          <a:xfrm>
            <a:off x="609120" y="1174680"/>
            <a:ext cx="10967040" cy="49500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5" name="PlaceHolder 3"/>
          <p:cNvSpPr>
            <a:spLocks noGrp="1"/>
          </p:cNvSpPr>
          <p:nvPr>
            <p:ph type="ftr" idx="16"/>
          </p:nvPr>
        </p:nvSpPr>
        <p:spPr>
          <a:xfrm>
            <a:off x="4164120" y="6245280"/>
            <a:ext cx="3856680" cy="4734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b="0" lang="en-US" sz="1400" spc="-1" strike="noStrike">
                <a:solidFill>
                  <a:schemeClr val="dk1"/>
                </a:solidFill>
                <a:latin typeface="Arial"/>
                <a:ea typeface="SimSun"/>
              </a:defRPr>
            </a:lvl1pPr>
          </a:lstStyle>
          <a:p>
            <a:pPr indent="0" algn="ctr" defTabSz="914400">
              <a:lnSpc>
                <a:spcPct val="100000"/>
              </a:lnSpc>
              <a:buNone/>
              <a:tabLst>
                <a:tab algn="l" pos="0"/>
              </a:tabLst>
            </a:pPr>
            <a:r>
              <a:rPr b="0" lang="en-US" sz="1400" spc="-1" strike="noStrike">
                <a:solidFill>
                  <a:schemeClr val="dk1"/>
                </a:solidFill>
                <a:latin typeface="Arial"/>
                <a:ea typeface="SimSun"/>
              </a:rPr>
              <a:t>&lt;footer&gt;</a:t>
            </a:r>
            <a:endParaRPr b="0" lang="en-US" sz="1400" spc="-1" strike="noStrike">
              <a:solidFill>
                <a:srgbClr val="000000"/>
              </a:solidFill>
              <a:latin typeface="Times New Roman"/>
            </a:endParaRPr>
          </a:p>
        </p:txBody>
      </p:sp>
      <p:sp>
        <p:nvSpPr>
          <p:cNvPr id="36" name="PlaceHolder 4"/>
          <p:cNvSpPr>
            <a:spLocks noGrp="1"/>
          </p:cNvSpPr>
          <p:nvPr>
            <p:ph type="sldNum" idx="17"/>
          </p:nvPr>
        </p:nvSpPr>
        <p:spPr>
          <a:xfrm>
            <a:off x="8735040" y="6245280"/>
            <a:ext cx="2841120" cy="473400"/>
          </a:xfrm>
          <a:prstGeom prst="rect">
            <a:avLst/>
          </a:prstGeom>
          <a:noFill/>
          <a:ln w="0">
            <a:noFill/>
          </a:ln>
        </p:spPr>
        <p:txBody>
          <a:bodyPr numCol="1" spcCol="0" lIns="91440" rIns="91440" tIns="45720" bIns="45720" anchor="t">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9CD3128D-C250-4FD7-822B-3972C7FC09E3}"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37" name="PlaceHolder 5"/>
          <p:cNvSpPr>
            <a:spLocks noGrp="1"/>
          </p:cNvSpPr>
          <p:nvPr>
            <p:ph type="dt" idx="18"/>
          </p:nvPr>
        </p:nvSpPr>
        <p:spPr>
          <a:xfrm>
            <a:off x="609120" y="6245280"/>
            <a:ext cx="2841120" cy="47340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40" name="Picture 9" descr=""/>
          <p:cNvPicPr/>
          <p:nvPr/>
        </p:nvPicPr>
        <p:blipFill>
          <a:blip r:embed="rId2"/>
          <a:stretch/>
        </p:blipFill>
        <p:spPr>
          <a:xfrm>
            <a:off x="0" y="0"/>
            <a:ext cx="12202920" cy="6855120"/>
          </a:xfrm>
          <a:prstGeom prst="rect">
            <a:avLst/>
          </a:prstGeom>
          <a:ln w="9525">
            <a:noFill/>
          </a:ln>
        </p:spPr>
      </p:pic>
      <p:sp>
        <p:nvSpPr>
          <p:cNvPr id="41" name="PlaceHolder 1"/>
          <p:cNvSpPr>
            <a:spLocks noGrp="1"/>
          </p:cNvSpPr>
          <p:nvPr>
            <p:ph type="ftr" idx="19"/>
          </p:nvPr>
        </p:nvSpPr>
        <p:spPr>
          <a:xfrm>
            <a:off x="4164120" y="6245280"/>
            <a:ext cx="3856680" cy="4734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b="0" lang="en-US" sz="1400" spc="-1" strike="noStrike">
                <a:solidFill>
                  <a:schemeClr val="dk1"/>
                </a:solidFill>
                <a:latin typeface="Arial"/>
                <a:ea typeface="SimSun"/>
              </a:defRPr>
            </a:lvl1pPr>
          </a:lstStyle>
          <a:p>
            <a:pPr indent="0" algn="ctr" defTabSz="914400">
              <a:lnSpc>
                <a:spcPct val="100000"/>
              </a:lnSpc>
              <a:buNone/>
              <a:tabLst>
                <a:tab algn="l" pos="0"/>
              </a:tabLst>
            </a:pPr>
            <a:r>
              <a:rPr b="0" lang="en-US" sz="1400" spc="-1" strike="noStrike">
                <a:solidFill>
                  <a:schemeClr val="dk1"/>
                </a:solidFill>
                <a:latin typeface="Arial"/>
                <a:ea typeface="SimSun"/>
              </a:rPr>
              <a:t>&lt;footer&gt;</a:t>
            </a:r>
            <a:endParaRPr b="0" lang="en-US" sz="1400" spc="-1" strike="noStrike">
              <a:solidFill>
                <a:srgbClr val="000000"/>
              </a:solidFill>
              <a:latin typeface="Times New Roman"/>
            </a:endParaRPr>
          </a:p>
        </p:txBody>
      </p:sp>
      <p:sp>
        <p:nvSpPr>
          <p:cNvPr id="42" name="PlaceHolder 2"/>
          <p:cNvSpPr>
            <a:spLocks noGrp="1"/>
          </p:cNvSpPr>
          <p:nvPr>
            <p:ph type="sldNum" idx="20"/>
          </p:nvPr>
        </p:nvSpPr>
        <p:spPr>
          <a:xfrm>
            <a:off x="8735040" y="6245280"/>
            <a:ext cx="2841120" cy="473400"/>
          </a:xfrm>
          <a:prstGeom prst="rect">
            <a:avLst/>
          </a:prstGeom>
          <a:noFill/>
          <a:ln w="0">
            <a:noFill/>
          </a:ln>
        </p:spPr>
        <p:txBody>
          <a:bodyPr numCol="1" spcCol="0" lIns="91440" rIns="91440" tIns="45720" bIns="45720" anchor="t">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234A71E5-6A24-4885-B021-690568069133}"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43" name="PlaceHolder 3"/>
          <p:cNvSpPr>
            <a:spLocks noGrp="1"/>
          </p:cNvSpPr>
          <p:nvPr>
            <p:ph type="dt" idx="21"/>
          </p:nvPr>
        </p:nvSpPr>
        <p:spPr>
          <a:xfrm>
            <a:off x="609120" y="6245280"/>
            <a:ext cx="2841120" cy="47340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44" name="Picture 9" descr=""/>
          <p:cNvPicPr/>
          <p:nvPr/>
        </p:nvPicPr>
        <p:blipFill>
          <a:blip r:embed="rId2"/>
          <a:stretch/>
        </p:blipFill>
        <p:spPr>
          <a:xfrm>
            <a:off x="0" y="0"/>
            <a:ext cx="12202920" cy="6855120"/>
          </a:xfrm>
          <a:prstGeom prst="rect">
            <a:avLst/>
          </a:prstGeom>
          <a:ln w="9525">
            <a:noFill/>
          </a:ln>
        </p:spPr>
      </p:pic>
      <p:sp>
        <p:nvSpPr>
          <p:cNvPr id="45" name="PlaceHolder 1"/>
          <p:cNvSpPr>
            <a:spLocks noGrp="1"/>
          </p:cNvSpPr>
          <p:nvPr>
            <p:ph type="title"/>
          </p:nvPr>
        </p:nvSpPr>
        <p:spPr>
          <a:xfrm>
            <a:off x="609120" y="168840"/>
            <a:ext cx="10967040" cy="6249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6" name="PlaceHolder 2"/>
          <p:cNvSpPr>
            <a:spLocks noGrp="1"/>
          </p:cNvSpPr>
          <p:nvPr>
            <p:ph type="body"/>
          </p:nvPr>
        </p:nvSpPr>
        <p:spPr>
          <a:xfrm>
            <a:off x="609120" y="1174680"/>
            <a:ext cx="5351400" cy="49500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7" name="PlaceHolder 3"/>
          <p:cNvSpPr>
            <a:spLocks noGrp="1"/>
          </p:cNvSpPr>
          <p:nvPr>
            <p:ph type="body"/>
          </p:nvPr>
        </p:nvSpPr>
        <p:spPr>
          <a:xfrm>
            <a:off x="6228720" y="1174680"/>
            <a:ext cx="5351400" cy="49500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8" name="PlaceHolder 4"/>
          <p:cNvSpPr>
            <a:spLocks noGrp="1"/>
          </p:cNvSpPr>
          <p:nvPr>
            <p:ph type="ftr" idx="22"/>
          </p:nvPr>
        </p:nvSpPr>
        <p:spPr>
          <a:xfrm>
            <a:off x="4164120" y="6245280"/>
            <a:ext cx="3856680" cy="4734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b="0" lang="en-US" sz="1400" spc="-1" strike="noStrike">
                <a:solidFill>
                  <a:schemeClr val="dk1"/>
                </a:solidFill>
                <a:latin typeface="Arial"/>
                <a:ea typeface="SimSun"/>
              </a:defRPr>
            </a:lvl1pPr>
          </a:lstStyle>
          <a:p>
            <a:pPr indent="0" algn="ctr" defTabSz="914400">
              <a:lnSpc>
                <a:spcPct val="100000"/>
              </a:lnSpc>
              <a:buNone/>
              <a:tabLst>
                <a:tab algn="l" pos="0"/>
              </a:tabLst>
            </a:pPr>
            <a:r>
              <a:rPr b="0" lang="en-US" sz="1400" spc="-1" strike="noStrike">
                <a:solidFill>
                  <a:schemeClr val="dk1"/>
                </a:solidFill>
                <a:latin typeface="Arial"/>
                <a:ea typeface="SimSun"/>
              </a:rPr>
              <a:t>&lt;footer&gt;</a:t>
            </a:r>
            <a:endParaRPr b="0" lang="en-US" sz="1400" spc="-1" strike="noStrike">
              <a:solidFill>
                <a:srgbClr val="000000"/>
              </a:solidFill>
              <a:latin typeface="Times New Roman"/>
            </a:endParaRPr>
          </a:p>
        </p:txBody>
      </p:sp>
      <p:sp>
        <p:nvSpPr>
          <p:cNvPr id="49" name="PlaceHolder 5"/>
          <p:cNvSpPr>
            <a:spLocks noGrp="1"/>
          </p:cNvSpPr>
          <p:nvPr>
            <p:ph type="sldNum" idx="23"/>
          </p:nvPr>
        </p:nvSpPr>
        <p:spPr>
          <a:xfrm>
            <a:off x="8735040" y="6245280"/>
            <a:ext cx="2841120" cy="473400"/>
          </a:xfrm>
          <a:prstGeom prst="rect">
            <a:avLst/>
          </a:prstGeom>
          <a:noFill/>
          <a:ln w="0">
            <a:noFill/>
          </a:ln>
        </p:spPr>
        <p:txBody>
          <a:bodyPr numCol="1" spcCol="0" lIns="91440" rIns="91440" tIns="45720" bIns="45720" anchor="t">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2D066FA7-2281-449B-9003-E65CA5A57BDC}"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50" name="PlaceHolder 6"/>
          <p:cNvSpPr>
            <a:spLocks noGrp="1"/>
          </p:cNvSpPr>
          <p:nvPr>
            <p:ph type="dt" idx="24"/>
          </p:nvPr>
        </p:nvSpPr>
        <p:spPr>
          <a:xfrm>
            <a:off x="609120" y="6245280"/>
            <a:ext cx="2841120" cy="47340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54" name="Picture 9" descr=""/>
          <p:cNvPicPr/>
          <p:nvPr/>
        </p:nvPicPr>
        <p:blipFill>
          <a:blip r:embed="rId2"/>
          <a:stretch/>
        </p:blipFill>
        <p:spPr>
          <a:xfrm>
            <a:off x="0" y="0"/>
            <a:ext cx="12202920" cy="6855120"/>
          </a:xfrm>
          <a:prstGeom prst="rect">
            <a:avLst/>
          </a:prstGeom>
          <a:ln w="9525">
            <a:noFill/>
          </a:ln>
        </p:spPr>
      </p:pic>
      <p:sp>
        <p:nvSpPr>
          <p:cNvPr id="55" name="PlaceHolder 1"/>
          <p:cNvSpPr>
            <a:spLocks noGrp="1"/>
          </p:cNvSpPr>
          <p:nvPr>
            <p:ph type="ftr" idx="25"/>
          </p:nvPr>
        </p:nvSpPr>
        <p:spPr>
          <a:xfrm>
            <a:off x="4164120" y="6245280"/>
            <a:ext cx="3856680" cy="4734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b="0" lang="en-US" sz="1400" spc="-1" strike="noStrike">
                <a:solidFill>
                  <a:schemeClr val="dk1"/>
                </a:solidFill>
                <a:latin typeface="Arial"/>
                <a:ea typeface="SimSun"/>
              </a:defRPr>
            </a:lvl1pPr>
          </a:lstStyle>
          <a:p>
            <a:pPr indent="0" algn="ctr" defTabSz="914400">
              <a:lnSpc>
                <a:spcPct val="100000"/>
              </a:lnSpc>
              <a:buNone/>
              <a:tabLst>
                <a:tab algn="l" pos="0"/>
              </a:tabLst>
            </a:pPr>
            <a:r>
              <a:rPr b="0" lang="en-US" sz="1400" spc="-1" strike="noStrike">
                <a:solidFill>
                  <a:schemeClr val="dk1"/>
                </a:solidFill>
                <a:latin typeface="Arial"/>
                <a:ea typeface="SimSun"/>
              </a:rPr>
              <a:t>&lt;footer&gt;</a:t>
            </a:r>
            <a:endParaRPr b="0" lang="en-US" sz="1400" spc="-1" strike="noStrike">
              <a:solidFill>
                <a:srgbClr val="000000"/>
              </a:solidFill>
              <a:latin typeface="Times New Roman"/>
            </a:endParaRPr>
          </a:p>
        </p:txBody>
      </p:sp>
      <p:sp>
        <p:nvSpPr>
          <p:cNvPr id="56" name="PlaceHolder 2"/>
          <p:cNvSpPr>
            <a:spLocks noGrp="1"/>
          </p:cNvSpPr>
          <p:nvPr>
            <p:ph type="sldNum" idx="26"/>
          </p:nvPr>
        </p:nvSpPr>
        <p:spPr>
          <a:xfrm>
            <a:off x="8735040" y="6245280"/>
            <a:ext cx="2841120" cy="473400"/>
          </a:xfrm>
          <a:prstGeom prst="rect">
            <a:avLst/>
          </a:prstGeom>
          <a:noFill/>
          <a:ln w="0">
            <a:noFill/>
          </a:ln>
        </p:spPr>
        <p:txBody>
          <a:bodyPr numCol="1" spcCol="0" lIns="91440" rIns="91440" tIns="45720" bIns="45720" anchor="t">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5CC4E895-6979-48C3-8D97-0602E08251F8}"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57" name="PlaceHolder 3"/>
          <p:cNvSpPr>
            <a:spLocks noGrp="1"/>
          </p:cNvSpPr>
          <p:nvPr>
            <p:ph type="dt" idx="27"/>
          </p:nvPr>
        </p:nvSpPr>
        <p:spPr>
          <a:xfrm>
            <a:off x="609120" y="6245280"/>
            <a:ext cx="2841120" cy="47340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58" name="Picture 9" descr=""/>
          <p:cNvPicPr/>
          <p:nvPr/>
        </p:nvPicPr>
        <p:blipFill>
          <a:blip r:embed="rId2"/>
          <a:stretch/>
        </p:blipFill>
        <p:spPr>
          <a:xfrm>
            <a:off x="0" y="0"/>
            <a:ext cx="12202920" cy="6855120"/>
          </a:xfrm>
          <a:prstGeom prst="rect">
            <a:avLst/>
          </a:prstGeom>
          <a:ln w="9525">
            <a:noFill/>
          </a:ln>
        </p:spPr>
      </p:pic>
      <p:sp>
        <p:nvSpPr>
          <p:cNvPr id="59" name="PlaceHolder 1"/>
          <p:cNvSpPr>
            <a:spLocks noGrp="1"/>
          </p:cNvSpPr>
          <p:nvPr>
            <p:ph type="title"/>
          </p:nvPr>
        </p:nvSpPr>
        <p:spPr>
          <a:xfrm>
            <a:off x="609120" y="168840"/>
            <a:ext cx="10967040" cy="6249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0" name="PlaceHolder 2"/>
          <p:cNvSpPr>
            <a:spLocks noGrp="1"/>
          </p:cNvSpPr>
          <p:nvPr>
            <p:ph type="body"/>
          </p:nvPr>
        </p:nvSpPr>
        <p:spPr>
          <a:xfrm>
            <a:off x="609120" y="1174680"/>
            <a:ext cx="10967040" cy="49500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1" name="PlaceHolder 3"/>
          <p:cNvSpPr>
            <a:spLocks noGrp="1"/>
          </p:cNvSpPr>
          <p:nvPr>
            <p:ph type="ftr" idx="28"/>
          </p:nvPr>
        </p:nvSpPr>
        <p:spPr>
          <a:xfrm>
            <a:off x="4164120" y="6245280"/>
            <a:ext cx="3856680" cy="4734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b="0" lang="en-US" sz="1400" spc="-1" strike="noStrike">
                <a:solidFill>
                  <a:schemeClr val="dk1"/>
                </a:solidFill>
                <a:latin typeface="Arial"/>
                <a:ea typeface="SimSun"/>
              </a:defRPr>
            </a:lvl1pPr>
          </a:lstStyle>
          <a:p>
            <a:pPr indent="0" algn="ctr" defTabSz="914400">
              <a:lnSpc>
                <a:spcPct val="100000"/>
              </a:lnSpc>
              <a:buNone/>
              <a:tabLst>
                <a:tab algn="l" pos="0"/>
              </a:tabLst>
            </a:pPr>
            <a:r>
              <a:rPr b="0" lang="en-US" sz="1400" spc="-1" strike="noStrike">
                <a:solidFill>
                  <a:schemeClr val="dk1"/>
                </a:solidFill>
                <a:latin typeface="Arial"/>
                <a:ea typeface="SimSun"/>
              </a:rPr>
              <a:t>&lt;footer&gt;</a:t>
            </a:r>
            <a:endParaRPr b="0" lang="en-US" sz="1400" spc="-1" strike="noStrike">
              <a:solidFill>
                <a:srgbClr val="000000"/>
              </a:solidFill>
              <a:latin typeface="Times New Roman"/>
            </a:endParaRPr>
          </a:p>
        </p:txBody>
      </p:sp>
      <p:sp>
        <p:nvSpPr>
          <p:cNvPr id="62" name="PlaceHolder 4"/>
          <p:cNvSpPr>
            <a:spLocks noGrp="1"/>
          </p:cNvSpPr>
          <p:nvPr>
            <p:ph type="sldNum" idx="29"/>
          </p:nvPr>
        </p:nvSpPr>
        <p:spPr>
          <a:xfrm>
            <a:off x="8735040" y="6245280"/>
            <a:ext cx="2841120" cy="473400"/>
          </a:xfrm>
          <a:prstGeom prst="rect">
            <a:avLst/>
          </a:prstGeom>
          <a:noFill/>
          <a:ln w="0">
            <a:noFill/>
          </a:ln>
        </p:spPr>
        <p:txBody>
          <a:bodyPr numCol="1" spcCol="0" lIns="91440" rIns="91440" tIns="45720" bIns="45720" anchor="t">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D95E14FD-99A4-41FF-89B5-548CC5028F12}"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63" name="PlaceHolder 5"/>
          <p:cNvSpPr>
            <a:spLocks noGrp="1"/>
          </p:cNvSpPr>
          <p:nvPr>
            <p:ph type="dt" idx="30"/>
          </p:nvPr>
        </p:nvSpPr>
        <p:spPr>
          <a:xfrm>
            <a:off x="609120" y="6245280"/>
            <a:ext cx="2841120" cy="47340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66" name="Picture 9" descr=""/>
          <p:cNvPicPr/>
          <p:nvPr/>
        </p:nvPicPr>
        <p:blipFill>
          <a:blip r:embed="rId2"/>
          <a:stretch/>
        </p:blipFill>
        <p:spPr>
          <a:xfrm>
            <a:off x="0" y="0"/>
            <a:ext cx="12202920" cy="6855120"/>
          </a:xfrm>
          <a:prstGeom prst="rect">
            <a:avLst/>
          </a:prstGeom>
          <a:ln w="9525">
            <a:noFill/>
          </a:ln>
        </p:spPr>
      </p:pic>
      <p:sp>
        <p:nvSpPr>
          <p:cNvPr id="67" name="PlaceHolder 1"/>
          <p:cNvSpPr>
            <a:spLocks noGrp="1"/>
          </p:cNvSpPr>
          <p:nvPr>
            <p:ph type="title"/>
          </p:nvPr>
        </p:nvSpPr>
        <p:spPr>
          <a:xfrm>
            <a:off x="609120" y="168840"/>
            <a:ext cx="10967040" cy="6249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8" name="PlaceHolder 2"/>
          <p:cNvSpPr>
            <a:spLocks noGrp="1"/>
          </p:cNvSpPr>
          <p:nvPr>
            <p:ph type="ftr" idx="31"/>
          </p:nvPr>
        </p:nvSpPr>
        <p:spPr>
          <a:xfrm>
            <a:off x="4164120" y="6245280"/>
            <a:ext cx="3856680" cy="4734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b="0" lang="en-US" sz="1400" spc="-1" strike="noStrike">
                <a:solidFill>
                  <a:schemeClr val="dk1"/>
                </a:solidFill>
                <a:latin typeface="Arial"/>
                <a:ea typeface="SimSun"/>
              </a:defRPr>
            </a:lvl1pPr>
          </a:lstStyle>
          <a:p>
            <a:pPr indent="0" algn="ctr" defTabSz="914400">
              <a:lnSpc>
                <a:spcPct val="100000"/>
              </a:lnSpc>
              <a:buNone/>
              <a:tabLst>
                <a:tab algn="l" pos="0"/>
              </a:tabLst>
            </a:pPr>
            <a:r>
              <a:rPr b="0" lang="en-US" sz="1400" spc="-1" strike="noStrike">
                <a:solidFill>
                  <a:schemeClr val="dk1"/>
                </a:solidFill>
                <a:latin typeface="Arial"/>
                <a:ea typeface="SimSun"/>
              </a:rPr>
              <a:t>&lt;footer&gt;</a:t>
            </a:r>
            <a:endParaRPr b="0" lang="en-US" sz="1400" spc="-1" strike="noStrike">
              <a:solidFill>
                <a:srgbClr val="000000"/>
              </a:solidFill>
              <a:latin typeface="Times New Roman"/>
            </a:endParaRPr>
          </a:p>
        </p:txBody>
      </p:sp>
      <p:sp>
        <p:nvSpPr>
          <p:cNvPr id="69" name="PlaceHolder 3"/>
          <p:cNvSpPr>
            <a:spLocks noGrp="1"/>
          </p:cNvSpPr>
          <p:nvPr>
            <p:ph type="sldNum" idx="32"/>
          </p:nvPr>
        </p:nvSpPr>
        <p:spPr>
          <a:xfrm>
            <a:off x="8735040" y="6245280"/>
            <a:ext cx="2841120" cy="473400"/>
          </a:xfrm>
          <a:prstGeom prst="rect">
            <a:avLst/>
          </a:prstGeom>
          <a:noFill/>
          <a:ln w="0">
            <a:noFill/>
          </a:ln>
        </p:spPr>
        <p:txBody>
          <a:bodyPr numCol="1" spcCol="0" lIns="91440" rIns="91440" tIns="45720" bIns="45720" anchor="t">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CE2B0651-DB62-45D4-A3E6-903BF4A0787C}"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70" name="PlaceHolder 4"/>
          <p:cNvSpPr>
            <a:spLocks noGrp="1"/>
          </p:cNvSpPr>
          <p:nvPr>
            <p:ph type="dt" idx="33"/>
          </p:nvPr>
        </p:nvSpPr>
        <p:spPr>
          <a:xfrm>
            <a:off x="609120" y="6245280"/>
            <a:ext cx="2841120" cy="47340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1" name="PlaceHolder 5"/>
          <p:cNvSpPr>
            <a:spLocks noGrp="1"/>
          </p:cNvSpPr>
          <p:nvPr>
            <p:ph type="body"/>
          </p:nvPr>
        </p:nvSpPr>
        <p:spPr>
          <a:xfrm>
            <a:off x="609120" y="1604520"/>
            <a:ext cx="1096956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73" name="Picture 9" descr=""/>
          <p:cNvPicPr/>
          <p:nvPr/>
        </p:nvPicPr>
        <p:blipFill>
          <a:blip r:embed="rId2"/>
          <a:stretch/>
        </p:blipFill>
        <p:spPr>
          <a:xfrm>
            <a:off x="0" y="0"/>
            <a:ext cx="12202920" cy="6855120"/>
          </a:xfrm>
          <a:prstGeom prst="rect">
            <a:avLst/>
          </a:prstGeom>
          <a:ln w="9525">
            <a:noFill/>
          </a:ln>
        </p:spPr>
      </p:pic>
      <p:sp>
        <p:nvSpPr>
          <p:cNvPr id="74" name="PlaceHolder 1"/>
          <p:cNvSpPr>
            <a:spLocks noGrp="1"/>
          </p:cNvSpPr>
          <p:nvPr>
            <p:ph type="ftr" idx="34"/>
          </p:nvPr>
        </p:nvSpPr>
        <p:spPr>
          <a:xfrm>
            <a:off x="4164120" y="6245280"/>
            <a:ext cx="3856680" cy="4734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b="0" lang="en-US" sz="1400" spc="-1" strike="noStrike">
                <a:solidFill>
                  <a:schemeClr val="dk1"/>
                </a:solidFill>
                <a:latin typeface="Arial"/>
                <a:ea typeface="SimSun"/>
              </a:defRPr>
            </a:lvl1pPr>
          </a:lstStyle>
          <a:p>
            <a:pPr indent="0" algn="ctr" defTabSz="914400">
              <a:lnSpc>
                <a:spcPct val="100000"/>
              </a:lnSpc>
              <a:buNone/>
              <a:tabLst>
                <a:tab algn="l" pos="0"/>
              </a:tabLst>
            </a:pPr>
            <a:r>
              <a:rPr b="0" lang="en-US" sz="1400" spc="-1" strike="noStrike">
                <a:solidFill>
                  <a:schemeClr val="dk1"/>
                </a:solidFill>
                <a:latin typeface="Arial"/>
                <a:ea typeface="SimSun"/>
              </a:rPr>
              <a:t>&lt;footer&gt;</a:t>
            </a:r>
            <a:endParaRPr b="0" lang="en-US" sz="1400" spc="-1" strike="noStrike">
              <a:solidFill>
                <a:srgbClr val="000000"/>
              </a:solidFill>
              <a:latin typeface="Times New Roman"/>
            </a:endParaRPr>
          </a:p>
        </p:txBody>
      </p:sp>
      <p:sp>
        <p:nvSpPr>
          <p:cNvPr id="75" name="PlaceHolder 2"/>
          <p:cNvSpPr>
            <a:spLocks noGrp="1"/>
          </p:cNvSpPr>
          <p:nvPr>
            <p:ph type="sldNum" idx="35"/>
          </p:nvPr>
        </p:nvSpPr>
        <p:spPr>
          <a:xfrm>
            <a:off x="8735040" y="6245280"/>
            <a:ext cx="2841120" cy="473400"/>
          </a:xfrm>
          <a:prstGeom prst="rect">
            <a:avLst/>
          </a:prstGeom>
          <a:noFill/>
          <a:ln w="0">
            <a:noFill/>
          </a:ln>
        </p:spPr>
        <p:txBody>
          <a:bodyPr numCol="1" spcCol="0" lIns="91440" rIns="91440" tIns="45720" bIns="45720" anchor="t">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FCF9FFF5-E27B-4568-B459-4A77E8DC0DD3}"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76" name="PlaceHolder 3"/>
          <p:cNvSpPr>
            <a:spLocks noGrp="1"/>
          </p:cNvSpPr>
          <p:nvPr>
            <p:ph type="dt" idx="36"/>
          </p:nvPr>
        </p:nvSpPr>
        <p:spPr>
          <a:xfrm>
            <a:off x="609120" y="6245280"/>
            <a:ext cx="2841120" cy="47340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77" name="Picture 9" descr=""/>
          <p:cNvPicPr/>
          <p:nvPr/>
        </p:nvPicPr>
        <p:blipFill>
          <a:blip r:embed="rId2"/>
          <a:stretch/>
        </p:blipFill>
        <p:spPr>
          <a:xfrm>
            <a:off x="0" y="0"/>
            <a:ext cx="12202920" cy="6855120"/>
          </a:xfrm>
          <a:prstGeom prst="rect">
            <a:avLst/>
          </a:prstGeom>
          <a:ln w="9525">
            <a:noFill/>
          </a:ln>
        </p:spPr>
      </p:pic>
      <p:sp>
        <p:nvSpPr>
          <p:cNvPr id="78" name="PlaceHolder 1"/>
          <p:cNvSpPr>
            <a:spLocks noGrp="1"/>
          </p:cNvSpPr>
          <p:nvPr>
            <p:ph type="ftr" idx="37"/>
          </p:nvPr>
        </p:nvSpPr>
        <p:spPr>
          <a:xfrm>
            <a:off x="4164120" y="6245280"/>
            <a:ext cx="3856680" cy="4734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b="0" lang="en-US" sz="1400" spc="-1" strike="noStrike">
                <a:solidFill>
                  <a:schemeClr val="dk1"/>
                </a:solidFill>
                <a:latin typeface="Arial"/>
                <a:ea typeface="SimSun"/>
              </a:defRPr>
            </a:lvl1pPr>
          </a:lstStyle>
          <a:p>
            <a:pPr indent="0" algn="ctr" defTabSz="914400">
              <a:lnSpc>
                <a:spcPct val="100000"/>
              </a:lnSpc>
              <a:buNone/>
              <a:tabLst>
                <a:tab algn="l" pos="0"/>
              </a:tabLst>
            </a:pPr>
            <a:r>
              <a:rPr b="0" lang="en-US" sz="1400" spc="-1" strike="noStrike">
                <a:solidFill>
                  <a:schemeClr val="dk1"/>
                </a:solidFill>
                <a:latin typeface="Arial"/>
                <a:ea typeface="SimSun"/>
              </a:rPr>
              <a:t>&lt;footer&gt;</a:t>
            </a:r>
            <a:endParaRPr b="0" lang="en-US" sz="1400" spc="-1" strike="noStrike">
              <a:solidFill>
                <a:srgbClr val="000000"/>
              </a:solidFill>
              <a:latin typeface="Times New Roman"/>
            </a:endParaRPr>
          </a:p>
        </p:txBody>
      </p:sp>
      <p:sp>
        <p:nvSpPr>
          <p:cNvPr id="79" name="PlaceHolder 2"/>
          <p:cNvSpPr>
            <a:spLocks noGrp="1"/>
          </p:cNvSpPr>
          <p:nvPr>
            <p:ph type="sldNum" idx="38"/>
          </p:nvPr>
        </p:nvSpPr>
        <p:spPr>
          <a:xfrm>
            <a:off x="8735040" y="6245280"/>
            <a:ext cx="2841120" cy="473400"/>
          </a:xfrm>
          <a:prstGeom prst="rect">
            <a:avLst/>
          </a:prstGeom>
          <a:noFill/>
          <a:ln w="0">
            <a:noFill/>
          </a:ln>
        </p:spPr>
        <p:txBody>
          <a:bodyPr numCol="1" spcCol="0" lIns="91440" rIns="91440" tIns="45720" bIns="45720" anchor="t">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C9873189-7457-4CFA-97E2-32BE78C12F3C}"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80" name="PlaceHolder 3"/>
          <p:cNvSpPr>
            <a:spLocks noGrp="1"/>
          </p:cNvSpPr>
          <p:nvPr>
            <p:ph type="dt" idx="39"/>
          </p:nvPr>
        </p:nvSpPr>
        <p:spPr>
          <a:xfrm>
            <a:off x="609120" y="6245280"/>
            <a:ext cx="2841120" cy="47340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81" name="Picture 9" descr=""/>
          <p:cNvPicPr/>
          <p:nvPr/>
        </p:nvPicPr>
        <p:blipFill>
          <a:blip r:embed="rId2"/>
          <a:stretch/>
        </p:blipFill>
        <p:spPr>
          <a:xfrm>
            <a:off x="0" y="0"/>
            <a:ext cx="12202920" cy="6855120"/>
          </a:xfrm>
          <a:prstGeom prst="rect">
            <a:avLst/>
          </a:prstGeom>
          <a:ln w="9525">
            <a:noFill/>
          </a:ln>
        </p:spPr>
      </p:pic>
      <p:sp>
        <p:nvSpPr>
          <p:cNvPr id="82" name="PlaceHolder 1"/>
          <p:cNvSpPr>
            <a:spLocks noGrp="1"/>
          </p:cNvSpPr>
          <p:nvPr>
            <p:ph type="ftr" idx="40"/>
          </p:nvPr>
        </p:nvSpPr>
        <p:spPr>
          <a:xfrm>
            <a:off x="4164120" y="6245280"/>
            <a:ext cx="3856680" cy="473400"/>
          </a:xfrm>
          <a:prstGeom prst="rect">
            <a:avLst/>
          </a:prstGeom>
          <a:noFill/>
          <a:ln w="0">
            <a:noFill/>
          </a:ln>
        </p:spPr>
        <p:txBody>
          <a:bodyPr numCol="1" spcCol="0" lIns="91440" rIns="91440" tIns="45720" bIns="45720" anchor="t">
            <a:noAutofit/>
          </a:bodyPr>
          <a:lstStyle>
            <a:lvl1pPr indent="0" algn="ctr" defTabSz="914400">
              <a:lnSpc>
                <a:spcPct val="100000"/>
              </a:lnSpc>
              <a:buNone/>
              <a:tabLst>
                <a:tab algn="l" pos="0"/>
              </a:tabLst>
              <a:defRPr b="0" lang="en-US" sz="1400" spc="-1" strike="noStrike">
                <a:solidFill>
                  <a:schemeClr val="dk1"/>
                </a:solidFill>
                <a:latin typeface="Arial"/>
                <a:ea typeface="SimSun"/>
              </a:defRPr>
            </a:lvl1pPr>
          </a:lstStyle>
          <a:p>
            <a:pPr indent="0" algn="ctr" defTabSz="914400">
              <a:lnSpc>
                <a:spcPct val="100000"/>
              </a:lnSpc>
              <a:buNone/>
              <a:tabLst>
                <a:tab algn="l" pos="0"/>
              </a:tabLst>
            </a:pPr>
            <a:r>
              <a:rPr b="0" lang="en-US" sz="1400" spc="-1" strike="noStrike">
                <a:solidFill>
                  <a:schemeClr val="dk1"/>
                </a:solidFill>
                <a:latin typeface="Arial"/>
                <a:ea typeface="SimSun"/>
              </a:rPr>
              <a:t>&lt;footer&gt;</a:t>
            </a:r>
            <a:endParaRPr b="0" lang="en-US" sz="1400" spc="-1" strike="noStrike">
              <a:solidFill>
                <a:srgbClr val="000000"/>
              </a:solidFill>
              <a:latin typeface="Times New Roman"/>
            </a:endParaRPr>
          </a:p>
        </p:txBody>
      </p:sp>
      <p:sp>
        <p:nvSpPr>
          <p:cNvPr id="83" name="PlaceHolder 2"/>
          <p:cNvSpPr>
            <a:spLocks noGrp="1"/>
          </p:cNvSpPr>
          <p:nvPr>
            <p:ph type="sldNum" idx="41"/>
          </p:nvPr>
        </p:nvSpPr>
        <p:spPr>
          <a:xfrm>
            <a:off x="8735040" y="6245280"/>
            <a:ext cx="2841120" cy="473400"/>
          </a:xfrm>
          <a:prstGeom prst="rect">
            <a:avLst/>
          </a:prstGeom>
          <a:noFill/>
          <a:ln w="0">
            <a:noFill/>
          </a:ln>
        </p:spPr>
        <p:txBody>
          <a:bodyPr numCol="1" spcCol="0" lIns="91440" rIns="91440" tIns="45720" bIns="45720" anchor="t">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B4CB37EB-02FD-4788-9EA5-DFC6836DCDB6}"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84" name="PlaceHolder 3"/>
          <p:cNvSpPr>
            <a:spLocks noGrp="1"/>
          </p:cNvSpPr>
          <p:nvPr>
            <p:ph type="dt" idx="42"/>
          </p:nvPr>
        </p:nvSpPr>
        <p:spPr>
          <a:xfrm>
            <a:off x="609120" y="6245280"/>
            <a:ext cx="2841120" cy="47340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3"/>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5"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86" name="PlaceHolder 2"/>
          <p:cNvSpPr>
            <a:spLocks noGrp="1"/>
          </p:cNvSpPr>
          <p:nvPr>
            <p:ph type="body"/>
          </p:nvPr>
        </p:nvSpPr>
        <p:spPr>
          <a:xfrm>
            <a:off x="609120" y="1604520"/>
            <a:ext cx="1096956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6.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0.xml.rels><?xml version="1.0" encoding="UTF-8"?>
<Relationships xmlns="http://schemas.openxmlformats.org/package/2006/relationships"><Relationship Id="rId1" Type="http://schemas.openxmlformats.org/officeDocument/2006/relationships/image" Target="../media/image8.wmf"/><Relationship Id="rId2" Type="http://schemas.openxmlformats.org/officeDocument/2006/relationships/package" Target="../embeddings/oleObject1.xlsx"/><Relationship Id="rId3" Type="http://schemas.openxmlformats.org/officeDocument/2006/relationships/image" Target="../media/image9.wmf"/><Relationship Id="rId4" Type="http://schemas.openxmlformats.org/officeDocument/2006/relationships/image" Target="../media/image10.wmf"/><Relationship Id="rId5" Type="http://schemas.openxmlformats.org/officeDocument/2006/relationships/slideLayout" Target="../slideLayouts/slideLayout15.xml"/>
</Relationships>
</file>

<file path=ppt/slides/_rels/slide11.xml.rels><?xml version="1.0" encoding="UTF-8"?>
<Relationships xmlns="http://schemas.openxmlformats.org/package/2006/relationships"><Relationship Id="rId1" Type="http://schemas.openxmlformats.org/officeDocument/2006/relationships/image" Target="../media/image11.wmf"/><Relationship Id="rId2" Type="http://schemas.openxmlformats.org/officeDocument/2006/relationships/image" Target="../media/image12.wmf"/><Relationship Id="rId3" Type="http://schemas.openxmlformats.org/officeDocument/2006/relationships/package" Target="../embeddings/oleObject1.xlsx"/><Relationship Id="rId4" Type="http://schemas.openxmlformats.org/officeDocument/2006/relationships/image" Target="../media/image13.wmf"/><Relationship Id="rId5" Type="http://schemas.openxmlformats.org/officeDocument/2006/relationships/image" Target="../media/image14.wmf"/><Relationship Id="rId6" Type="http://schemas.openxmlformats.org/officeDocument/2006/relationships/image" Target="../media/image15.wmf"/><Relationship Id="rId7" Type="http://schemas.openxmlformats.org/officeDocument/2006/relationships/slideLayout" Target="../slideLayouts/slideLayout15.xml"/>
</Relationships>
</file>

<file path=ppt/slides/_rels/slide12.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hyperlink" Target="https://www.google.com/search?q=Gaussian+Naive+Bayes+%28GNB%29&amp;oq=Different+Types+of+Bayesian+Classifiers&amp;gs_lcrp=EgZjaHJvbWUyBggAEEUYOTIICAEQABgWGB4yCAgCEAAYFhgeMg0IAxAAGIYDGIAEGIoFMg0IBBAAGIYDGIAEGIoFMg0IBRAAGIYDGIAEGIoFMgoIBhAAGIAEGKIEMgoIBxAAGIAEGKIEMgcICBAAGO8F0gEHMjc2ajBqN6gCALACAA&amp;sourceid=chrome&amp;ie=UTF-8&amp;ved=2ahUKEwjG1pzWtr2RAxX_xzgGHbSyO0wQgK4QegQIBBAB" TargetMode="External"/><Relationship Id="rId2" Type="http://schemas.openxmlformats.org/officeDocument/2006/relationships/hyperlink" Target="https://www.google.com/search?q=Multinomial+Naive+Bayes+%28MNB%29&amp;oq=Different+Types+of+Bayesian+Classifiers&amp;gs_lcrp=EgZjaHJvbWUyBggAEEUYOTIICAEQABgWGB4yCAgCEAAYFhgeMg0IAxAAGIYDGIAEGIoFMg0IBBAAGIYDGIAEGIoFMg0IBRAAGIYDGIAEGIoFMgoIBhAAGIAEGKIEMgoIBxAAGIAEGKIEMgcICBAAGO8F0gEHMjc2ajBqN6gCALACAA&amp;sourceid=chrome&amp;ie=UTF-8&amp;ved=2ahUKEwjG1pzWtr2RAxX_xzgGHbSyO0wQgK4QegQIBBAD" TargetMode="External"/><Relationship Id="rId3" Type="http://schemas.openxmlformats.org/officeDocument/2006/relationships/hyperlink" Target="https://www.google.com/search?q=Bernoulli+Naive+Bayes+%28BNB%29&amp;oq=Different+Types+of+Bayesian+Classifiers&amp;gs_lcrp=EgZjaHJvbWUyBggAEEUYOTIICAEQABgWGB4yCAgCEAAYFhgeMg0IAxAAGIYDGIAEGIoFMg0IBBAAGIYDGIAEGIoFMg0IBRAAGIYDGIAEGIoFMgoIBhAAGIAEGKIEMgoIBxAAGIAEGKIEMgcICBAAGO8F0gEHMjc2ajBqN6gCALACAA&amp;sourceid=chrome&amp;ie=UTF-8&amp;ved=2ahUKEwjG1pzWtr2RAxX_xzgGHbSyO0wQgK4QegQIBBAF" TargetMode="External"/><Relationship Id="rId4"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8.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slideLayout" Target="../slideLayouts/slideLayout6.xml"/>
</Relationships>
</file>

<file path=ppt/slides/_rels/slide19.xml.rels><?xml version="1.0" encoding="UTF-8"?>
<Relationships xmlns="http://schemas.openxmlformats.org/package/2006/relationships"><Relationship Id="rId1" Type="http://schemas.openxmlformats.org/officeDocument/2006/relationships/image" Target="../media/image20.wmf"/><Relationship Id="rId2" Type="http://schemas.openxmlformats.org/officeDocument/2006/relationships/slideLayout" Target="../slideLayouts/slideLayout6.xml"/>
</Relationships>
</file>

<file path=ppt/slides/_rels/slide20.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6.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4.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6.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6.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slideLayout" Target="../slideLayouts/slideLayout6.xml"/>
</Relationships>
</file>

<file path=ppt/slides/_rels/slide27.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5.xml"/>
</Relationships>
</file>

<file path=ppt/slides/_rels/slide28.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5.xml"/>
</Relationships>
</file>

<file path=ppt/slides/_rels/slide29.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609120" y="190440"/>
            <a:ext cx="10967040" cy="4196520"/>
          </a:xfrm>
          <a:prstGeom prst="rect">
            <a:avLst/>
          </a:prstGeom>
          <a:noFill/>
          <a:ln w="9360">
            <a:noFill/>
          </a:ln>
        </p:spPr>
        <p:txBody>
          <a:bodyPr lIns="90000" rIns="90000" tIns="45000" bIns="45000" anchor="ctr">
            <a:noAutofit/>
          </a:bodyPr>
          <a:p>
            <a:pPr indent="0" algn="ctr">
              <a:lnSpc>
                <a:spcPct val="100000"/>
              </a:lnSpc>
              <a:buNone/>
              <a:tabLst>
                <a:tab algn="l" pos="0"/>
              </a:tabLst>
            </a:pPr>
            <a:r>
              <a:rPr b="0" lang="en-US" sz="5400" spc="-1" strike="noStrike">
                <a:solidFill>
                  <a:schemeClr val="accent1"/>
                </a:solidFill>
                <a:latin typeface="Arial"/>
                <a:ea typeface="SimSun"/>
              </a:rPr>
              <a:t>Supervised Learning - Classification</a:t>
            </a:r>
            <a:endParaRPr b="0" lang="en-US" sz="5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609120" y="190440"/>
            <a:ext cx="10967040" cy="57960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95" name="PlaceHolder 2"/>
          <p:cNvSpPr>
            <a:spLocks noGrp="1"/>
          </p:cNvSpPr>
          <p:nvPr>
            <p:ph/>
          </p:nvPr>
        </p:nvSpPr>
        <p:spPr>
          <a:xfrm>
            <a:off x="609120" y="914400"/>
            <a:ext cx="10967040" cy="5255280"/>
          </a:xfrm>
          <a:prstGeom prst="rect">
            <a:avLst/>
          </a:prstGeom>
          <a:noFill/>
          <a:ln w="0">
            <a:noFill/>
          </a:ln>
        </p:spPr>
        <p:txBody>
          <a:bodyPr lIns="0" rIns="0" tIns="0" bIns="0" anchor="t">
            <a:normAutofit/>
          </a:bodyPr>
          <a:p>
            <a:pPr marL="432000" indent="0">
              <a:lnSpc>
                <a:spcPct val="120000"/>
              </a:lnSpc>
              <a:spcBef>
                <a:spcPts val="601"/>
              </a:spcBef>
              <a:buNone/>
              <a:tabLst>
                <a:tab algn="l" pos="0"/>
              </a:tabLst>
            </a:pPr>
            <a:r>
              <a:rPr b="0" lang="en-US" sz="2400" spc="-1" strike="noStrike">
                <a:solidFill>
                  <a:schemeClr val="dk1"/>
                </a:solidFill>
                <a:latin typeface="Arial"/>
              </a:rPr>
              <a:t>Supervised learning (classification)</a:t>
            </a:r>
            <a:endParaRPr b="0" lang="en-US" sz="2400" spc="-1" strike="noStrike">
              <a:solidFill>
                <a:srgbClr val="000000"/>
              </a:solidFill>
              <a:latin typeface="Arial"/>
            </a:endParaRPr>
          </a:p>
          <a:p>
            <a:pPr marL="432000" indent="0">
              <a:lnSpc>
                <a:spcPct val="120000"/>
              </a:lnSpc>
              <a:spcBef>
                <a:spcPts val="601"/>
              </a:spcBef>
              <a:buNone/>
              <a:tabLst>
                <a:tab algn="l" pos="0"/>
              </a:tabLst>
            </a:pPr>
            <a:endParaRPr b="0" lang="en-US" sz="2400" spc="-1" strike="noStrike">
              <a:solidFill>
                <a:srgbClr val="000000"/>
              </a:solidFill>
              <a:latin typeface="Arial"/>
            </a:endParaRPr>
          </a:p>
          <a:p>
            <a:pPr marL="432000" indent="-324000">
              <a:lnSpc>
                <a:spcPct val="120000"/>
              </a:lnSpc>
              <a:spcBef>
                <a:spcPts val="601"/>
              </a:spcBef>
              <a:buClr>
                <a:srgbClr val="000000"/>
              </a:buClr>
              <a:buSzPct val="4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chemeClr val="dk1"/>
                </a:solidFill>
                <a:latin typeface="Arial"/>
              </a:rPr>
              <a:t>Supervision: The training data (observations, measurements, etc.) are </a:t>
            </a:r>
            <a:r>
              <a:rPr b="0" lang="en-US" sz="2400" spc="-1" strike="noStrike">
                <a:solidFill>
                  <a:schemeClr val="dk1"/>
                </a:solidFill>
                <a:latin typeface="Arial"/>
              </a:rPr>
              <a:t>accompanied by labels indicating the class of the observations</a:t>
            </a:r>
            <a:endParaRPr b="0" lang="en-US" sz="2400" spc="-1" strike="noStrike">
              <a:solidFill>
                <a:srgbClr val="000000"/>
              </a:solidFill>
              <a:latin typeface="Arial"/>
            </a:endParaRPr>
          </a:p>
          <a:p>
            <a:pPr marL="432000" indent="0">
              <a:lnSpc>
                <a:spcPct val="120000"/>
              </a:lnSpc>
              <a:spcBef>
                <a:spcPts val="601"/>
              </a:spcBef>
              <a:buNone/>
              <a:tabLst>
                <a:tab algn="l" pos="0"/>
              </a:tabLst>
            </a:pPr>
            <a:endParaRPr b="0" lang="en-US" sz="2400" spc="-1" strike="noStrike">
              <a:solidFill>
                <a:srgbClr val="000000"/>
              </a:solidFill>
              <a:latin typeface="Arial"/>
            </a:endParaRPr>
          </a:p>
          <a:p>
            <a:pPr marL="432000" indent="0">
              <a:lnSpc>
                <a:spcPct val="120000"/>
              </a:lnSpc>
              <a:spcBef>
                <a:spcPts val="601"/>
              </a:spcBef>
              <a:buNone/>
              <a:tabLst>
                <a:tab algn="l" pos="0"/>
              </a:tabLst>
            </a:pPr>
            <a:endParaRPr b="0" lang="en-US" sz="2400" spc="-1" strike="noStrike">
              <a:solidFill>
                <a:srgbClr val="000000"/>
              </a:solidFill>
              <a:latin typeface="Arial"/>
            </a:endParaRPr>
          </a:p>
          <a:p>
            <a:pPr marL="432000" indent="-324000">
              <a:lnSpc>
                <a:spcPct val="90000"/>
              </a:lnSpc>
              <a:spcBef>
                <a:spcPts val="601"/>
              </a:spcBef>
              <a:buClr>
                <a:srgbClr val="000000"/>
              </a:buClr>
              <a:buSzPct val="4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chemeClr val="dk1"/>
                </a:solidFill>
                <a:latin typeface="Arial"/>
              </a:rPr>
              <a:t>Predicts categorical class labels (discrete or nominal)</a:t>
            </a:r>
            <a:endParaRPr b="0" lang="en-US" sz="2400" spc="-1" strike="noStrike">
              <a:solidFill>
                <a:srgbClr val="000000"/>
              </a:solidFill>
              <a:latin typeface="Arial"/>
            </a:endParaRPr>
          </a:p>
          <a:p>
            <a:pPr marL="432000" indent="0">
              <a:lnSpc>
                <a:spcPct val="90000"/>
              </a:lnSpc>
              <a:spcBef>
                <a:spcPts val="601"/>
              </a:spcBef>
              <a:buNone/>
              <a:tabLst>
                <a:tab algn="l" pos="0"/>
              </a:tabLst>
            </a:pPr>
            <a:endParaRPr b="0" lang="en-US" sz="2400" spc="-1" strike="noStrike">
              <a:solidFill>
                <a:srgbClr val="000000"/>
              </a:solidFill>
              <a:latin typeface="Arial"/>
            </a:endParaRPr>
          </a:p>
          <a:p>
            <a:pPr marL="432000" indent="-324000">
              <a:lnSpc>
                <a:spcPct val="90000"/>
              </a:lnSpc>
              <a:spcBef>
                <a:spcPts val="601"/>
              </a:spcBef>
              <a:buClr>
                <a:srgbClr val="000000"/>
              </a:buClr>
              <a:buSzPct val="4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chemeClr val="dk1"/>
                </a:solidFill>
                <a:latin typeface="Arial"/>
              </a:rPr>
              <a:t>classifies data (constructs a model) based on the training set and the values </a:t>
            </a:r>
            <a:r>
              <a:rPr b="0" lang="en-US" sz="2400" spc="-1" strike="noStrike">
                <a:solidFill>
                  <a:schemeClr val="dk1"/>
                </a:solidFill>
                <a:latin typeface="Arial"/>
              </a:rPr>
              <a:t>(class labels) in a classifying attribute and uses it in classifying new data</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609120" y="190440"/>
            <a:ext cx="10967040" cy="579600"/>
          </a:xfrm>
          <a:prstGeom prst="rect">
            <a:avLst/>
          </a:prstGeom>
          <a:noFill/>
          <a:ln w="9360">
            <a:noFill/>
          </a:ln>
        </p:spPr>
        <p:txBody>
          <a:bodyPr lIns="91440" rIns="91440" tIns="45720" bIns="45720" anchor="ctr">
            <a:noAutofit/>
          </a:bodyPr>
          <a:p>
            <a:pPr indent="0">
              <a:lnSpc>
                <a:spcPct val="100000"/>
              </a:lnSpc>
              <a:buNone/>
              <a:tabLst>
                <a:tab algn="l" pos="0"/>
              </a:tabLst>
            </a:pPr>
            <a:r>
              <a:rPr b="0" lang="en-US" sz="3600" spc="-1" strike="noStrike">
                <a:solidFill>
                  <a:schemeClr val="accent1"/>
                </a:solidFill>
                <a:latin typeface="Arial"/>
                <a:ea typeface="SimSun"/>
              </a:rPr>
              <a:t>Classification</a:t>
            </a:r>
            <a:endParaRPr b="0" lang="en-US" sz="3600" spc="-1" strike="noStrike">
              <a:solidFill>
                <a:srgbClr val="000000"/>
              </a:solidFill>
              <a:latin typeface="Arial"/>
            </a:endParaRPr>
          </a:p>
        </p:txBody>
      </p:sp>
      <p:sp>
        <p:nvSpPr>
          <p:cNvPr id="97" name="PlaceHolder 2"/>
          <p:cNvSpPr>
            <a:spLocks noGrp="1"/>
          </p:cNvSpPr>
          <p:nvPr>
            <p:ph/>
          </p:nvPr>
        </p:nvSpPr>
        <p:spPr>
          <a:xfrm>
            <a:off x="609120" y="773280"/>
            <a:ext cx="10967040" cy="5877720"/>
          </a:xfrm>
          <a:prstGeom prst="rect">
            <a:avLst/>
          </a:prstGeom>
          <a:noFill/>
          <a:ln w="9360">
            <a:noFill/>
          </a:ln>
        </p:spPr>
        <p:txBody>
          <a:bodyPr lIns="91440" rIns="91440" tIns="45720" bIns="45720" anchor="t">
            <a:noAutofit/>
          </a:bodyPr>
          <a:p>
            <a:pPr marL="343080" indent="-343080" algn="just">
              <a:lnSpc>
                <a:spcPct val="90000"/>
              </a:lnSpc>
              <a:spcBef>
                <a:spcPts val="561"/>
              </a:spcBef>
              <a:buClr>
                <a:srgbClr val="000000"/>
              </a:buClr>
              <a:buFont typeface="Symbol" charset="2"/>
              <a:buChar char=""/>
            </a:pPr>
            <a:r>
              <a:rPr b="0" lang="en-US" sz="2800" spc="-1" strike="noStrike">
                <a:solidFill>
                  <a:schemeClr val="dk1"/>
                </a:solidFill>
                <a:latin typeface="Arial"/>
                <a:ea typeface="SimSun"/>
              </a:rPr>
              <a:t>Given a collection of records (</a:t>
            </a:r>
            <a:r>
              <a:rPr b="0" i="1" lang="en-US" sz="2800" spc="-1" strike="noStrike">
                <a:solidFill>
                  <a:srgbClr val="cc0000"/>
                </a:solidFill>
                <a:latin typeface="Arial"/>
                <a:ea typeface="SimSun"/>
              </a:rPr>
              <a:t>training set </a:t>
            </a:r>
            <a:r>
              <a:rPr b="0" lang="en-US" sz="2800" spc="-1" strike="noStrike">
                <a:solidFill>
                  <a:schemeClr val="dk1"/>
                </a:solidFill>
                <a:latin typeface="Arial"/>
                <a:ea typeface="SimSun"/>
              </a:rPr>
              <a:t>)</a:t>
            </a:r>
            <a:endParaRPr b="0" lang="en-US" sz="2800" spc="-1" strike="noStrike">
              <a:solidFill>
                <a:srgbClr val="000000"/>
              </a:solidFill>
              <a:latin typeface="Arial"/>
            </a:endParaRPr>
          </a:p>
          <a:p>
            <a:pPr marL="343080" indent="-343080" algn="just">
              <a:lnSpc>
                <a:spcPct val="90000"/>
              </a:lnSpc>
              <a:spcBef>
                <a:spcPts val="561"/>
              </a:spcBef>
              <a:buClr>
                <a:srgbClr val="000000"/>
              </a:buClr>
              <a:buFont typeface="Symbol" charset="2"/>
              <a:buChar char=""/>
            </a:pPr>
            <a:r>
              <a:rPr b="0" lang="en-US" sz="2800" spc="-1" strike="noStrike">
                <a:solidFill>
                  <a:schemeClr val="dk1"/>
                </a:solidFill>
                <a:latin typeface="Arial"/>
                <a:ea typeface="SimSun"/>
              </a:rPr>
              <a:t>Each record contains a set of </a:t>
            </a:r>
            <a:r>
              <a:rPr b="0" i="1" lang="en-US" sz="2800" spc="-1" strike="noStrike">
                <a:solidFill>
                  <a:srgbClr val="cc0000"/>
                </a:solidFill>
                <a:latin typeface="Arial"/>
                <a:ea typeface="SimSun"/>
              </a:rPr>
              <a:t>attributes</a:t>
            </a:r>
            <a:r>
              <a:rPr b="0" lang="en-US" sz="2800" spc="-1" strike="noStrike">
                <a:solidFill>
                  <a:schemeClr val="dk1"/>
                </a:solidFill>
                <a:latin typeface="Arial"/>
                <a:ea typeface="SimSun"/>
              </a:rPr>
              <a:t>, one of the attributes is the </a:t>
            </a:r>
            <a:r>
              <a:rPr b="0" i="1" lang="en-US" sz="2800" spc="-1" strike="noStrike">
                <a:solidFill>
                  <a:srgbClr val="cc0000"/>
                </a:solidFill>
                <a:latin typeface="Arial"/>
                <a:ea typeface="SimSun"/>
              </a:rPr>
              <a:t>class</a:t>
            </a:r>
            <a:r>
              <a:rPr b="0" lang="en-US" sz="2800" spc="-1" strike="noStrike">
                <a:solidFill>
                  <a:schemeClr val="dk1"/>
                </a:solidFill>
                <a:latin typeface="Arial"/>
                <a:ea typeface="SimSun"/>
              </a:rPr>
              <a:t>.</a:t>
            </a:r>
            <a:endParaRPr b="0" lang="en-US" sz="2800" spc="-1" strike="noStrike">
              <a:solidFill>
                <a:srgbClr val="000000"/>
              </a:solidFill>
              <a:latin typeface="Arial"/>
            </a:endParaRPr>
          </a:p>
          <a:p>
            <a:pPr marL="343080" indent="-343080" algn="just">
              <a:lnSpc>
                <a:spcPct val="90000"/>
              </a:lnSpc>
              <a:spcBef>
                <a:spcPts val="561"/>
              </a:spcBef>
              <a:buClr>
                <a:srgbClr val="000000"/>
              </a:buClr>
              <a:buFont typeface="Symbol" charset="2"/>
              <a:buChar char=""/>
            </a:pPr>
            <a:r>
              <a:rPr b="0" lang="en-US" sz="2800" spc="-1" strike="noStrike">
                <a:solidFill>
                  <a:schemeClr val="dk1"/>
                </a:solidFill>
                <a:latin typeface="Arial"/>
                <a:ea typeface="SimSun"/>
              </a:rPr>
              <a:t>Find a </a:t>
            </a:r>
            <a:r>
              <a:rPr b="0" i="1" lang="en-US" sz="2800" spc="-1" strike="noStrike">
                <a:solidFill>
                  <a:srgbClr val="cc0000"/>
                </a:solidFill>
                <a:latin typeface="Arial"/>
                <a:ea typeface="SimSun"/>
              </a:rPr>
              <a:t>model</a:t>
            </a:r>
            <a:r>
              <a:rPr b="0" lang="en-US" sz="2800" spc="-1" strike="noStrike">
                <a:solidFill>
                  <a:schemeClr val="dk1"/>
                </a:solidFill>
                <a:latin typeface="Arial"/>
                <a:ea typeface="SimSun"/>
              </a:rPr>
              <a:t>  for class attribute as a function of the values of other attributes.</a:t>
            </a:r>
            <a:endParaRPr b="0" lang="en-US" sz="2800" spc="-1" strike="noStrike">
              <a:solidFill>
                <a:srgbClr val="000000"/>
              </a:solidFill>
              <a:latin typeface="Arial"/>
            </a:endParaRPr>
          </a:p>
          <a:p>
            <a:pPr marL="343080" indent="-343080" algn="just">
              <a:lnSpc>
                <a:spcPct val="90000"/>
              </a:lnSpc>
              <a:spcBef>
                <a:spcPts val="561"/>
              </a:spcBef>
              <a:buClr>
                <a:srgbClr val="000000"/>
              </a:buClr>
              <a:buFont typeface="Symbol" charset="2"/>
              <a:buChar char=""/>
            </a:pPr>
            <a:r>
              <a:rPr b="0" lang="en-US" sz="2800" spc="-1" strike="noStrike">
                <a:solidFill>
                  <a:schemeClr val="dk1"/>
                </a:solidFill>
                <a:latin typeface="Arial"/>
                <a:ea typeface="SimSun"/>
              </a:rPr>
              <a:t>Goal: previously unseen records should be assigned a class as accurately as possible.</a:t>
            </a:r>
            <a:endParaRPr b="0" lang="en-US" sz="2800" spc="-1" strike="noStrike">
              <a:solidFill>
                <a:srgbClr val="000000"/>
              </a:solidFill>
              <a:latin typeface="Arial"/>
            </a:endParaRPr>
          </a:p>
          <a:p>
            <a:pPr lvl="1" marL="743040" indent="-285840" algn="just">
              <a:lnSpc>
                <a:spcPct val="90000"/>
              </a:lnSpc>
              <a:spcBef>
                <a:spcPts val="561"/>
              </a:spcBef>
              <a:buClr>
                <a:srgbClr val="000000"/>
              </a:buClr>
              <a:buFont typeface="Symbol" charset="2"/>
              <a:buChar char=""/>
            </a:pPr>
            <a:r>
              <a:rPr b="0" lang="en-US" sz="2800" spc="-1" strike="noStrike">
                <a:solidFill>
                  <a:schemeClr val="dk1"/>
                </a:solidFill>
                <a:latin typeface="Arial"/>
                <a:ea typeface="SimSun"/>
              </a:rPr>
              <a:t>A </a:t>
            </a:r>
            <a:r>
              <a:rPr b="0" i="1" lang="en-US" sz="2800" spc="-1" strike="noStrike">
                <a:solidFill>
                  <a:srgbClr val="cc0000"/>
                </a:solidFill>
                <a:latin typeface="Arial"/>
                <a:ea typeface="SimSun"/>
              </a:rPr>
              <a:t>test set</a:t>
            </a:r>
            <a:r>
              <a:rPr b="0" lang="en-US" sz="2800" spc="-1" strike="noStrike">
                <a:solidFill>
                  <a:schemeClr val="dk1"/>
                </a:solidFill>
                <a:latin typeface="Arial"/>
                <a:ea typeface="SimSun"/>
              </a:rPr>
              <a:t> is used to determine the accuracy of the model. Usually, the given data set is divided into training and test sets, with training set used to build the model and test set used to validate it.</a:t>
            </a:r>
            <a:endParaRPr b="0" lang="en-US" sz="2800" spc="-1" strike="noStrike">
              <a:solidFill>
                <a:srgbClr val="000000"/>
              </a:solidFill>
              <a:latin typeface="Arial"/>
            </a:endParaRPr>
          </a:p>
          <a:p>
            <a:pPr marL="457200" indent="0" algn="just">
              <a:lnSpc>
                <a:spcPct val="90000"/>
              </a:lnSpc>
              <a:spcBef>
                <a:spcPts val="561"/>
              </a:spcBef>
              <a:buNone/>
              <a:tabLst>
                <a:tab algn="l" pos="0"/>
              </a:tabLst>
            </a:pPr>
            <a:endParaRPr b="0" lang="en-US" sz="2800" spc="-1" strike="noStrike">
              <a:solidFill>
                <a:srgbClr val="000000"/>
              </a:solidFill>
              <a:latin typeface="Arial"/>
            </a:endParaRPr>
          </a:p>
          <a:p>
            <a:pPr marL="743040" indent="0" algn="just">
              <a:lnSpc>
                <a:spcPct val="90000"/>
              </a:lnSpc>
              <a:spcBef>
                <a:spcPts val="561"/>
              </a:spcBef>
              <a:buNone/>
              <a:tabLst>
                <a:tab algn="l" pos="0"/>
              </a:tabLst>
            </a:pPr>
            <a:endParaRPr b="0" lang="en-US" sz="2800" spc="-1" strike="noStrike">
              <a:solidFill>
                <a:srgbClr val="000000"/>
              </a:solidFill>
              <a:latin typeface="Arial"/>
            </a:endParaRPr>
          </a:p>
          <a:p>
            <a:pPr marL="457200" indent="0" algn="just">
              <a:lnSpc>
                <a:spcPct val="90000"/>
              </a:lnSpc>
              <a:spcBef>
                <a:spcPts val="56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609120" y="190440"/>
            <a:ext cx="10967040" cy="579600"/>
          </a:xfrm>
          <a:prstGeom prst="rect">
            <a:avLst/>
          </a:prstGeom>
          <a:noFill/>
          <a:ln w="936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99" name="PlaceHolder 2"/>
          <p:cNvSpPr>
            <a:spLocks noGrp="1"/>
          </p:cNvSpPr>
          <p:nvPr>
            <p:ph/>
          </p:nvPr>
        </p:nvSpPr>
        <p:spPr>
          <a:xfrm>
            <a:off x="609120" y="914400"/>
            <a:ext cx="10967040" cy="5712480"/>
          </a:xfrm>
          <a:prstGeom prst="rect">
            <a:avLst/>
          </a:prstGeom>
          <a:noFill/>
          <a:ln w="936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pic>
        <p:nvPicPr>
          <p:cNvPr id="100" name="" descr=""/>
          <p:cNvPicPr/>
          <p:nvPr/>
        </p:nvPicPr>
        <p:blipFill>
          <a:blip r:embed="rId1"/>
          <a:stretch/>
        </p:blipFill>
        <p:spPr>
          <a:xfrm>
            <a:off x="514440" y="914400"/>
            <a:ext cx="10681200" cy="456948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609120" y="190440"/>
            <a:ext cx="10967040" cy="579600"/>
          </a:xfrm>
          <a:prstGeom prst="rect">
            <a:avLst/>
          </a:prstGeom>
          <a:noFill/>
          <a:ln w="936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102" name="PlaceHolder 2"/>
          <p:cNvSpPr>
            <a:spLocks noGrp="1"/>
          </p:cNvSpPr>
          <p:nvPr>
            <p:ph/>
          </p:nvPr>
        </p:nvSpPr>
        <p:spPr>
          <a:xfrm>
            <a:off x="609120" y="914400"/>
            <a:ext cx="10967040" cy="5712480"/>
          </a:xfrm>
          <a:prstGeom prst="rect">
            <a:avLst/>
          </a:prstGeom>
          <a:noFill/>
          <a:ln w="9360">
            <a:noFill/>
          </a:ln>
        </p:spPr>
        <p:txBody>
          <a:bodyPr lIns="91440" rIns="91440" tIns="45720" bIns="45720" anchor="t">
            <a:noAutofit/>
          </a:bodyPr>
          <a:p>
            <a:pPr marL="432000" indent="-324000">
              <a:lnSpc>
                <a:spcPct val="100000"/>
              </a:lnSpc>
              <a:spcBef>
                <a:spcPts val="1417"/>
              </a:spcBef>
              <a:buClr>
                <a:srgbClr val="000000"/>
              </a:buClr>
              <a:buSzPct val="45000"/>
              <a:buFont typeface="Wingdings" charset="2"/>
              <a:buChar char=""/>
            </a:pPr>
            <a:r>
              <a:rPr b="0" lang="en-US" sz="3200" spc="-1" strike="noStrike">
                <a:solidFill>
                  <a:schemeClr val="dk1"/>
                </a:solidFill>
                <a:latin typeface="Arial"/>
              </a:rPr>
              <a:t>No linear classifier cover all instances</a:t>
            </a:r>
            <a:endParaRPr b="0" lang="en-US" sz="3200" spc="-1" strike="noStrike">
              <a:solidFill>
                <a:srgbClr val="000000"/>
              </a:solidFill>
              <a:latin typeface="Arial"/>
            </a:endParaRPr>
          </a:p>
        </p:txBody>
      </p:sp>
      <p:pic>
        <p:nvPicPr>
          <p:cNvPr id="103" name="" descr=""/>
          <p:cNvPicPr/>
          <p:nvPr/>
        </p:nvPicPr>
        <p:blipFill>
          <a:blip r:embed="rId1"/>
          <a:stretch/>
        </p:blipFill>
        <p:spPr>
          <a:xfrm>
            <a:off x="2056680" y="2057400"/>
            <a:ext cx="5024880" cy="434988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609120" y="190440"/>
            <a:ext cx="10967040" cy="579600"/>
          </a:xfrm>
          <a:prstGeom prst="rect">
            <a:avLst/>
          </a:prstGeom>
          <a:noFill/>
          <a:ln w="936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105" name="PlaceHolder 2"/>
          <p:cNvSpPr>
            <a:spLocks noGrp="1"/>
          </p:cNvSpPr>
          <p:nvPr>
            <p:ph/>
          </p:nvPr>
        </p:nvSpPr>
        <p:spPr>
          <a:xfrm>
            <a:off x="609120" y="914400"/>
            <a:ext cx="10967040" cy="5712480"/>
          </a:xfrm>
          <a:prstGeom prst="rect">
            <a:avLst/>
          </a:prstGeom>
          <a:noFill/>
          <a:ln w="936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pic>
        <p:nvPicPr>
          <p:cNvPr id="106" name="" descr=""/>
          <p:cNvPicPr/>
          <p:nvPr/>
        </p:nvPicPr>
        <p:blipFill>
          <a:blip r:embed="rId1"/>
          <a:stretch/>
        </p:blipFill>
        <p:spPr>
          <a:xfrm>
            <a:off x="463320" y="914400"/>
            <a:ext cx="10808280" cy="548388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609120" y="190440"/>
            <a:ext cx="10967040" cy="579600"/>
          </a:xfrm>
          <a:prstGeom prst="rect">
            <a:avLst/>
          </a:prstGeom>
          <a:noFill/>
          <a:ln w="936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108" name="PlaceHolder 2"/>
          <p:cNvSpPr>
            <a:spLocks noGrp="1"/>
          </p:cNvSpPr>
          <p:nvPr>
            <p:ph/>
          </p:nvPr>
        </p:nvSpPr>
        <p:spPr>
          <a:xfrm>
            <a:off x="228240" y="315360"/>
            <a:ext cx="10967040" cy="5854320"/>
          </a:xfrm>
          <a:prstGeom prst="rect">
            <a:avLst/>
          </a:prstGeom>
          <a:noFill/>
          <a:ln w="9360">
            <a:noFill/>
          </a:ln>
        </p:spPr>
        <p:txBody>
          <a:bodyPr lIns="91440" rIns="91440" tIns="45720" bIns="45720" anchor="t">
            <a:noAutofit/>
          </a:bodyPr>
          <a:p>
            <a:pPr marL="432000" indent="0">
              <a:lnSpc>
                <a:spcPct val="100000"/>
              </a:lnSpc>
              <a:spcBef>
                <a:spcPts val="1417"/>
              </a:spcBef>
              <a:buNone/>
              <a:tabLst>
                <a:tab algn="l" pos="0"/>
              </a:tabLst>
            </a:pPr>
            <a:endParaRPr b="0" lang="en-US" sz="32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3200" spc="-1" strike="noStrike">
                <a:solidFill>
                  <a:schemeClr val="dk1"/>
                </a:solidFill>
                <a:latin typeface="Arial"/>
              </a:rPr>
              <a:t>Multi label classifier(dog and dog variety) or (cat and cat variety) </a:t>
            </a:r>
            <a:endParaRPr b="0" lang="en-US" sz="3200" spc="-1" strike="noStrike">
              <a:solidFill>
                <a:srgbClr val="000000"/>
              </a:solidFill>
              <a:latin typeface="Arial"/>
            </a:endParaRPr>
          </a:p>
        </p:txBody>
      </p:sp>
      <p:pic>
        <p:nvPicPr>
          <p:cNvPr id="109" name="" descr=""/>
          <p:cNvPicPr/>
          <p:nvPr/>
        </p:nvPicPr>
        <p:blipFill>
          <a:blip r:embed="rId1"/>
          <a:stretch/>
        </p:blipFill>
        <p:spPr>
          <a:xfrm>
            <a:off x="4799160" y="2028600"/>
            <a:ext cx="3120480" cy="208368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609120" y="190440"/>
            <a:ext cx="10967040" cy="579600"/>
          </a:xfrm>
          <a:prstGeom prst="rect">
            <a:avLst/>
          </a:prstGeom>
          <a:noFill/>
          <a:ln w="936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111" name="PlaceHolder 2"/>
          <p:cNvSpPr>
            <a:spLocks noGrp="1"/>
          </p:cNvSpPr>
          <p:nvPr>
            <p:ph/>
          </p:nvPr>
        </p:nvSpPr>
        <p:spPr>
          <a:xfrm>
            <a:off x="609120" y="1143000"/>
            <a:ext cx="10967040" cy="5508000"/>
          </a:xfrm>
          <a:prstGeom prst="rect">
            <a:avLst/>
          </a:prstGeom>
          <a:noFill/>
          <a:ln w="936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pic>
        <p:nvPicPr>
          <p:cNvPr id="112" name="" descr=""/>
          <p:cNvPicPr/>
          <p:nvPr/>
        </p:nvPicPr>
        <p:blipFill>
          <a:blip r:embed="rId1"/>
          <a:stretch/>
        </p:blipFill>
        <p:spPr>
          <a:xfrm>
            <a:off x="1142640" y="1371600"/>
            <a:ext cx="9243360" cy="428328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Date Placeholder 3"/>
          <p:cNvSpPr/>
          <p:nvPr/>
        </p:nvSpPr>
        <p:spPr>
          <a:xfrm>
            <a:off x="406080" y="6477120"/>
            <a:ext cx="2536560" cy="37836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Tahoma"/>
              <a:ea typeface="DejaVu Sans"/>
            </a:endParaRPr>
          </a:p>
        </p:txBody>
      </p:sp>
      <p:sp>
        <p:nvSpPr>
          <p:cNvPr id="114" name="Footer Placeholder 2"/>
          <p:cNvSpPr/>
          <p:nvPr/>
        </p:nvSpPr>
        <p:spPr>
          <a:xfrm>
            <a:off x="4468680" y="6477120"/>
            <a:ext cx="3857400" cy="37836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Tahoma"/>
              <a:ea typeface="DejaVu Sans"/>
            </a:endParaRPr>
          </a:p>
        </p:txBody>
      </p:sp>
      <p:sp>
        <p:nvSpPr>
          <p:cNvPr id="115" name="Slide Number Placeholder 2"/>
          <p:cNvSpPr/>
          <p:nvPr/>
        </p:nvSpPr>
        <p:spPr>
          <a:xfrm>
            <a:off x="9648720" y="6477120"/>
            <a:ext cx="2536920" cy="378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3DBB74B-78D7-45B6-9386-D975F9D1BB74}" type="slidenum">
              <a:rPr b="0" lang="en-US" sz="1200" spc="-1" strike="noStrike">
                <a:solidFill>
                  <a:srgbClr val="000000"/>
                </a:solidFill>
                <a:latin typeface="Tahoma"/>
                <a:ea typeface="DejaVu Sans"/>
              </a:rPr>
              <a:t>2</a:t>
            </a:fld>
            <a:endParaRPr b="0" lang="en-US" sz="1200" spc="-1" strike="noStrike">
              <a:solidFill>
                <a:srgbClr val="000000"/>
              </a:solidFill>
              <a:latin typeface="Arial"/>
            </a:endParaRPr>
          </a:p>
        </p:txBody>
      </p:sp>
      <p:sp>
        <p:nvSpPr>
          <p:cNvPr id="116" name="PlaceHolder 1"/>
          <p:cNvSpPr>
            <a:spLocks noGrp="1"/>
          </p:cNvSpPr>
          <p:nvPr>
            <p:ph type="title"/>
          </p:nvPr>
        </p:nvSpPr>
        <p:spPr>
          <a:xfrm>
            <a:off x="710280" y="304920"/>
            <a:ext cx="10662840" cy="759240"/>
          </a:xfrm>
          <a:prstGeom prst="rect">
            <a:avLst/>
          </a:prstGeom>
          <a:noFill/>
          <a:ln w="0">
            <a:noFill/>
          </a:ln>
        </p:spPr>
        <p:txBody>
          <a:bodyPr lIns="91440" rIns="91440" tIns="45720" bIns="45720" anchor="b">
            <a:noAutofit/>
          </a:bodyPr>
          <a:p>
            <a:pPr indent="0" algn="ctr">
              <a:lnSpc>
                <a:spcPct val="100000"/>
              </a:lnSpc>
              <a:buNone/>
              <a:tabLst>
                <a:tab algn="l" pos="0"/>
              </a:tabLst>
            </a:pPr>
            <a:r>
              <a:rPr b="1" lang="en-US" sz="3200" spc="-1" strike="noStrike">
                <a:solidFill>
                  <a:srgbClr val="333399"/>
                </a:solidFill>
                <a:latin typeface="Tahoma"/>
              </a:rPr>
              <a:t>Classification—A Two-Step Process</a:t>
            </a:r>
            <a:r>
              <a:rPr b="1" lang="en-US" sz="2800" spc="-1" strike="noStrike">
                <a:solidFill>
                  <a:srgbClr val="333399"/>
                </a:solidFill>
                <a:latin typeface="Tahoma"/>
              </a:rPr>
              <a:t> </a:t>
            </a:r>
            <a:endParaRPr b="0" lang="en-US" sz="2800" spc="-1" strike="noStrike">
              <a:solidFill>
                <a:srgbClr val="000000"/>
              </a:solidFill>
              <a:latin typeface="Arial"/>
            </a:endParaRPr>
          </a:p>
        </p:txBody>
      </p:sp>
      <p:sp>
        <p:nvSpPr>
          <p:cNvPr id="117" name="PlaceHolder 2"/>
          <p:cNvSpPr>
            <a:spLocks noGrp="1"/>
          </p:cNvSpPr>
          <p:nvPr>
            <p:ph/>
          </p:nvPr>
        </p:nvSpPr>
        <p:spPr>
          <a:xfrm>
            <a:off x="609120" y="1371240"/>
            <a:ext cx="10865880" cy="5255280"/>
          </a:xfrm>
          <a:prstGeom prst="rect">
            <a:avLst/>
          </a:prstGeom>
          <a:noFill/>
          <a:ln w="0">
            <a:noFill/>
          </a:ln>
        </p:spPr>
        <p:txBody>
          <a:bodyPr lIns="91440" rIns="91440" tIns="45720" bIns="45720" anchor="t">
            <a:normAutofit/>
          </a:bodyPr>
          <a:p>
            <a:pPr marL="343080" indent="-343080">
              <a:lnSpc>
                <a:spcPct val="90000"/>
              </a:lnSpc>
              <a:spcBef>
                <a:spcPts val="499"/>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0000"/>
                </a:solidFill>
                <a:latin typeface="Tahoma"/>
              </a:rPr>
              <a:t>Model construction</a:t>
            </a:r>
            <a:r>
              <a:rPr b="0" lang="en-US" sz="2000" spc="-1" strike="noStrike">
                <a:solidFill>
                  <a:srgbClr val="000000"/>
                </a:solidFill>
                <a:latin typeface="Tahoma"/>
              </a:rPr>
              <a:t>: describing a set of predetermined classes</a:t>
            </a:r>
            <a:endParaRPr b="0" lang="en-US" sz="2000" spc="-1" strike="noStrike">
              <a:solidFill>
                <a:srgbClr val="000000"/>
              </a:solidFill>
              <a:latin typeface="Arial"/>
            </a:endParaRPr>
          </a:p>
          <a:p>
            <a:pPr lvl="1" marL="743040" indent="-285840">
              <a:lnSpc>
                <a:spcPct val="90000"/>
              </a:lnSpc>
              <a:spcBef>
                <a:spcPts val="499"/>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Tahoma"/>
              </a:rPr>
              <a:t>Each tuple/sample is assumed to belong to a predefined class, as determined by the </a:t>
            </a:r>
            <a:r>
              <a:rPr b="0" lang="en-US" sz="2000" spc="-1" strike="noStrike">
                <a:solidFill>
                  <a:srgbClr val="ff0000"/>
                </a:solidFill>
                <a:latin typeface="Tahoma"/>
              </a:rPr>
              <a:t>class label attribute</a:t>
            </a:r>
            <a:endParaRPr b="0" lang="en-US" sz="2000" spc="-1" strike="noStrike">
              <a:solidFill>
                <a:srgbClr val="000000"/>
              </a:solidFill>
              <a:latin typeface="Arial"/>
            </a:endParaRPr>
          </a:p>
          <a:p>
            <a:pPr lvl="1" marL="743040" indent="-285840">
              <a:lnSpc>
                <a:spcPct val="90000"/>
              </a:lnSpc>
              <a:spcBef>
                <a:spcPts val="499"/>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Tahoma"/>
              </a:rPr>
              <a:t>The set of tuples used for model construction is </a:t>
            </a:r>
            <a:r>
              <a:rPr b="0" lang="en-US" sz="2000" spc="-1" strike="noStrike">
                <a:solidFill>
                  <a:srgbClr val="ff0000"/>
                </a:solidFill>
                <a:latin typeface="Tahoma"/>
              </a:rPr>
              <a:t>training set</a:t>
            </a:r>
            <a:endParaRPr b="0" lang="en-US" sz="2000" spc="-1" strike="noStrike">
              <a:solidFill>
                <a:srgbClr val="000000"/>
              </a:solidFill>
              <a:latin typeface="Arial"/>
            </a:endParaRPr>
          </a:p>
          <a:p>
            <a:pPr lvl="1" marL="743040" indent="-285840">
              <a:lnSpc>
                <a:spcPct val="90000"/>
              </a:lnSpc>
              <a:spcBef>
                <a:spcPts val="499"/>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Tahoma"/>
              </a:rPr>
              <a:t>The model is represented as classification rules, decision trees, or mathematical formulae</a:t>
            </a:r>
            <a:endParaRPr b="0" lang="en-US" sz="2000" spc="-1" strike="noStrike">
              <a:solidFill>
                <a:srgbClr val="000000"/>
              </a:solidFill>
              <a:latin typeface="Arial"/>
            </a:endParaRPr>
          </a:p>
          <a:p>
            <a:pPr marL="343080" indent="-343080">
              <a:lnSpc>
                <a:spcPct val="90000"/>
              </a:lnSpc>
              <a:spcBef>
                <a:spcPts val="499"/>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0000"/>
                </a:solidFill>
                <a:latin typeface="Tahoma"/>
              </a:rPr>
              <a:t>Model usage</a:t>
            </a:r>
            <a:r>
              <a:rPr b="0" lang="en-US" sz="2000" spc="-1" strike="noStrike">
                <a:solidFill>
                  <a:srgbClr val="000000"/>
                </a:solidFill>
                <a:latin typeface="Tahoma"/>
              </a:rPr>
              <a:t>: for classifying future or unknown objects</a:t>
            </a:r>
            <a:endParaRPr b="0" lang="en-US" sz="2000" spc="-1" strike="noStrike">
              <a:solidFill>
                <a:srgbClr val="000000"/>
              </a:solidFill>
              <a:latin typeface="Arial"/>
            </a:endParaRPr>
          </a:p>
          <a:p>
            <a:pPr lvl="1" marL="743040" indent="-285840">
              <a:lnSpc>
                <a:spcPct val="90000"/>
              </a:lnSpc>
              <a:spcBef>
                <a:spcPts val="499"/>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0000"/>
                </a:solidFill>
                <a:latin typeface="Tahoma"/>
              </a:rPr>
              <a:t>Estimate accuracy</a:t>
            </a:r>
            <a:r>
              <a:rPr b="0" lang="en-US" sz="2000" spc="-1" strike="noStrike">
                <a:solidFill>
                  <a:srgbClr val="000000"/>
                </a:solidFill>
                <a:latin typeface="Tahoma"/>
              </a:rPr>
              <a:t> of the model</a:t>
            </a:r>
            <a:endParaRPr b="0" lang="en-US" sz="2000" spc="-1" strike="noStrike">
              <a:solidFill>
                <a:srgbClr val="000000"/>
              </a:solidFill>
              <a:latin typeface="Arial"/>
            </a:endParaRPr>
          </a:p>
          <a:p>
            <a:pPr lvl="2" marL="1143000" indent="-228600">
              <a:lnSpc>
                <a:spcPct val="90000"/>
              </a:lnSpc>
              <a:spcBef>
                <a:spcPts val="499"/>
              </a:spcBef>
              <a:buClr>
                <a:srgbClr val="3333cc"/>
              </a:buClr>
              <a:buSzPct val="50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Tahoma"/>
              </a:rPr>
              <a:t>The known label of test sample is compared with the classified result from the model</a:t>
            </a:r>
            <a:endParaRPr b="0" lang="en-US" sz="2000" spc="-1" strike="noStrike">
              <a:solidFill>
                <a:srgbClr val="000000"/>
              </a:solidFill>
              <a:latin typeface="Arial"/>
            </a:endParaRPr>
          </a:p>
          <a:p>
            <a:pPr lvl="2" marL="1143000" indent="-228600">
              <a:lnSpc>
                <a:spcPct val="90000"/>
              </a:lnSpc>
              <a:spcBef>
                <a:spcPts val="499"/>
              </a:spcBef>
              <a:buClr>
                <a:srgbClr val="3333cc"/>
              </a:buClr>
              <a:buSzPct val="50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Tahoma"/>
              </a:rPr>
              <a:t>Accuracy rate is the percentage of test set samples that are correctly classified by the model</a:t>
            </a:r>
            <a:endParaRPr b="0" lang="en-US" sz="2000" spc="-1" strike="noStrike">
              <a:solidFill>
                <a:srgbClr val="000000"/>
              </a:solidFill>
              <a:latin typeface="Arial"/>
            </a:endParaRPr>
          </a:p>
          <a:p>
            <a:pPr lvl="2" marL="1143000" indent="-228600">
              <a:lnSpc>
                <a:spcPct val="90000"/>
              </a:lnSpc>
              <a:spcBef>
                <a:spcPts val="499"/>
              </a:spcBef>
              <a:buClr>
                <a:srgbClr val="3333cc"/>
              </a:buClr>
              <a:buSzPct val="50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Tahoma"/>
              </a:rPr>
              <a:t>Test set is independent of training set, otherwise over-fitting will occur</a:t>
            </a:r>
            <a:endParaRPr b="0" lang="en-US" sz="2000" spc="-1" strike="noStrike">
              <a:solidFill>
                <a:srgbClr val="000000"/>
              </a:solidFill>
              <a:latin typeface="Arial"/>
            </a:endParaRPr>
          </a:p>
          <a:p>
            <a:pPr lvl="1" marL="743040" indent="-285840">
              <a:lnSpc>
                <a:spcPct val="90000"/>
              </a:lnSpc>
              <a:spcBef>
                <a:spcPts val="499"/>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Tahoma"/>
              </a:rPr>
              <a:t>If the accuracy is acceptable, use the model to </a:t>
            </a:r>
            <a:r>
              <a:rPr b="0" lang="en-US" sz="2000" spc="-1" strike="noStrike">
                <a:solidFill>
                  <a:srgbClr val="ff0000"/>
                </a:solidFill>
                <a:latin typeface="Tahoma"/>
              </a:rPr>
              <a:t>classify data</a:t>
            </a:r>
            <a:r>
              <a:rPr b="0" lang="en-US" sz="2000" spc="-1" strike="noStrike">
                <a:solidFill>
                  <a:srgbClr val="000000"/>
                </a:solidFill>
                <a:latin typeface="Tahoma"/>
              </a:rPr>
              <a:t> tuples whose class labels are not known</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Date Placeholder 1"/>
          <p:cNvSpPr/>
          <p:nvPr/>
        </p:nvSpPr>
        <p:spPr>
          <a:xfrm>
            <a:off x="406080" y="6477120"/>
            <a:ext cx="2536560" cy="37836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Tahoma"/>
              <a:ea typeface="DejaVu Sans"/>
            </a:endParaRPr>
          </a:p>
        </p:txBody>
      </p:sp>
      <p:sp>
        <p:nvSpPr>
          <p:cNvPr id="119" name="Footer Placeholder 1"/>
          <p:cNvSpPr/>
          <p:nvPr/>
        </p:nvSpPr>
        <p:spPr>
          <a:xfrm>
            <a:off x="4468680" y="6477120"/>
            <a:ext cx="3857400" cy="37836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Tahoma"/>
              <a:ea typeface="DejaVu Sans"/>
            </a:endParaRPr>
          </a:p>
        </p:txBody>
      </p:sp>
      <p:sp>
        <p:nvSpPr>
          <p:cNvPr id="120" name="Slide Number Placeholder 1"/>
          <p:cNvSpPr/>
          <p:nvPr/>
        </p:nvSpPr>
        <p:spPr>
          <a:xfrm>
            <a:off x="9648720" y="6477120"/>
            <a:ext cx="2536920" cy="378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A5366CE-9019-4FAC-97E9-A2269D46F4ED}" type="slidenum">
              <a:rPr b="0" lang="en-US" sz="1200" spc="-1" strike="noStrike">
                <a:solidFill>
                  <a:srgbClr val="000000"/>
                </a:solidFill>
                <a:latin typeface="Tahoma"/>
                <a:ea typeface="DejaVu Sans"/>
              </a:rPr>
              <a:t>9</a:t>
            </a:fld>
            <a:endParaRPr b="0" lang="en-US" sz="1200" spc="-1" strike="noStrike">
              <a:solidFill>
                <a:srgbClr val="000000"/>
              </a:solidFill>
              <a:latin typeface="Arial"/>
            </a:endParaRPr>
          </a:p>
        </p:txBody>
      </p:sp>
      <p:sp>
        <p:nvSpPr>
          <p:cNvPr id="121" name="PlaceHolder 1"/>
          <p:cNvSpPr>
            <a:spLocks noGrp="1"/>
          </p:cNvSpPr>
          <p:nvPr>
            <p:ph type="title"/>
          </p:nvPr>
        </p:nvSpPr>
        <p:spPr>
          <a:xfrm>
            <a:off x="608760" y="228240"/>
            <a:ext cx="10764360" cy="759600"/>
          </a:xfrm>
          <a:prstGeom prst="rect">
            <a:avLst/>
          </a:prstGeom>
          <a:noFill/>
          <a:ln w="0">
            <a:noFill/>
          </a:ln>
        </p:spPr>
        <p:txBody>
          <a:bodyPr lIns="92160" rIns="92160" tIns="46080" bIns="46080" anchor="b">
            <a:noAutofit/>
          </a:bodyPr>
          <a:p>
            <a:pPr indent="0" algn="ctr">
              <a:lnSpc>
                <a:spcPct val="100000"/>
              </a:lnSpc>
              <a:buNone/>
              <a:tabLst>
                <a:tab algn="l" pos="0"/>
              </a:tabLst>
            </a:pPr>
            <a:r>
              <a:rPr b="1" lang="en-US" sz="3600" spc="-1" strike="noStrike">
                <a:solidFill>
                  <a:srgbClr val="333399"/>
                </a:solidFill>
                <a:latin typeface="Tahoma"/>
              </a:rPr>
              <a:t>Process (1): Model Construction</a:t>
            </a:r>
            <a:endParaRPr b="0" lang="en-US" sz="3600" spc="-1" strike="noStrike">
              <a:solidFill>
                <a:srgbClr val="000000"/>
              </a:solidFill>
              <a:latin typeface="Arial"/>
            </a:endParaRPr>
          </a:p>
        </p:txBody>
      </p:sp>
      <p:grpSp>
        <p:nvGrpSpPr>
          <p:cNvPr id="122" name="Group 3"/>
          <p:cNvGrpSpPr/>
          <p:nvPr/>
        </p:nvGrpSpPr>
        <p:grpSpPr>
          <a:xfrm>
            <a:off x="2714760" y="1774800"/>
            <a:ext cx="2261520" cy="1504080"/>
            <a:chOff x="2714760" y="1774800"/>
            <a:chExt cx="2261520" cy="1504080"/>
          </a:xfrm>
        </p:grpSpPr>
        <p:pic>
          <p:nvPicPr>
            <p:cNvPr id="123" name="Picture 3" descr=""/>
            <p:cNvPicPr/>
            <p:nvPr/>
          </p:nvPicPr>
          <p:blipFill>
            <a:blip r:embed="rId1"/>
            <a:stretch/>
          </p:blipFill>
          <p:spPr>
            <a:xfrm>
              <a:off x="2714760" y="1774800"/>
              <a:ext cx="2261520" cy="1504080"/>
            </a:xfrm>
            <a:prstGeom prst="rect">
              <a:avLst/>
            </a:prstGeom>
            <a:ln w="0">
              <a:noFill/>
            </a:ln>
          </p:spPr>
        </p:pic>
        <p:sp>
          <p:nvSpPr>
            <p:cNvPr id="124" name="Rectangle 13"/>
            <p:cNvSpPr/>
            <p:nvPr/>
          </p:nvSpPr>
          <p:spPr>
            <a:xfrm>
              <a:off x="2850120" y="2219040"/>
              <a:ext cx="1973880" cy="822960"/>
            </a:xfrm>
            <a:prstGeom prst="rect">
              <a:avLst/>
            </a:prstGeom>
            <a:noFill/>
            <a:ln w="0">
              <a:noFill/>
            </a:ln>
          </p:spPr>
          <p:style>
            <a:lnRef idx="0"/>
            <a:fillRef idx="0"/>
            <a:effectRef idx="0"/>
            <a:fontRef idx="minor"/>
          </p:style>
          <p:txBody>
            <a:bodyPr lIns="92160" rIns="92160" tIns="46080" bIns="46080" anchor="ctr">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DejaVu Sans"/>
                </a:rPr>
                <a:t>Training</a:t>
              </a:r>
              <a:endParaRPr b="0" lang="en-US" sz="24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DejaVu Sans"/>
                </a:rPr>
                <a:t>Data</a:t>
              </a:r>
              <a:endParaRPr b="0" lang="en-US" sz="2400" spc="-1" strike="noStrike">
                <a:solidFill>
                  <a:srgbClr val="000000"/>
                </a:solidFill>
                <a:latin typeface="Arial"/>
              </a:endParaRPr>
            </a:p>
          </p:txBody>
        </p:sp>
      </p:grpSp>
      <p:graphicFrame>
        <p:nvGraphicFramePr>
          <p:cNvPr id="125" name="Object 2"/>
          <p:cNvGraphicFramePr/>
          <p:nvPr/>
        </p:nvGraphicFramePr>
        <p:xfrm>
          <a:off x="384840" y="3825720"/>
          <a:ext cx="7245360" cy="2493360"/>
        </p:xfrm>
        <a:graphic>
          <a:graphicData uri="http://schemas.openxmlformats.org/presentationml/2006/ole">
            <p:oleObj progId="Excel.Sheet.12" r:id="rId2" spid="">
              <p:embed/>
              <p:pic>
                <p:nvPicPr>
                  <p:cNvPr id="126" name="Object 2" descr=""/>
                  <p:cNvPicPr/>
                  <p:nvPr/>
                </p:nvPicPr>
                <p:blipFill>
                  <a:blip r:embed="rId3"/>
                  <a:stretch/>
                </p:blipFill>
                <p:spPr>
                  <a:xfrm>
                    <a:off x="384840" y="3825720"/>
                    <a:ext cx="7245360" cy="2493360"/>
                  </a:xfrm>
                  <a:prstGeom prst="rect">
                    <a:avLst/>
                  </a:prstGeom>
                  <a:ln w="0">
                    <a:noFill/>
                  </a:ln>
                </p:spPr>
              </p:pic>
            </p:oleObj>
          </a:graphicData>
        </a:graphic>
      </p:graphicFrame>
      <p:sp>
        <p:nvSpPr>
          <p:cNvPr id="127" name="Line 5"/>
          <p:cNvSpPr/>
          <p:nvPr/>
        </p:nvSpPr>
        <p:spPr>
          <a:xfrm flipH="1">
            <a:off x="407520" y="3111480"/>
            <a:ext cx="2192760" cy="70020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1800" spc="-1" strike="noStrike">
              <a:solidFill>
                <a:srgbClr val="000000"/>
              </a:solidFill>
              <a:latin typeface="Tahoma"/>
              <a:ea typeface="DejaVu Sans"/>
            </a:endParaRPr>
          </a:p>
        </p:txBody>
      </p:sp>
      <p:sp>
        <p:nvSpPr>
          <p:cNvPr id="128" name="Line 6"/>
          <p:cNvSpPr/>
          <p:nvPr/>
        </p:nvSpPr>
        <p:spPr>
          <a:xfrm>
            <a:off x="4980960" y="3111480"/>
            <a:ext cx="2700360" cy="70020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1800" spc="-1" strike="noStrike">
              <a:solidFill>
                <a:srgbClr val="000000"/>
              </a:solidFill>
              <a:latin typeface="Tahoma"/>
              <a:ea typeface="DejaVu Sans"/>
            </a:endParaRPr>
          </a:p>
        </p:txBody>
      </p:sp>
      <p:sp>
        <p:nvSpPr>
          <p:cNvPr id="129" name="Rectangle 14"/>
          <p:cNvSpPr/>
          <p:nvPr/>
        </p:nvSpPr>
        <p:spPr>
          <a:xfrm>
            <a:off x="8956440" y="1628280"/>
            <a:ext cx="1858680" cy="822960"/>
          </a:xfrm>
          <a:prstGeom prst="rect">
            <a:avLst/>
          </a:prstGeom>
          <a:solidFill>
            <a:srgbClr val="ccffff"/>
          </a:solidFill>
          <a:ln w="12600">
            <a:solidFill>
              <a:srgbClr val="000000"/>
            </a:solidFill>
            <a:miter/>
          </a:ln>
        </p:spPr>
        <p:style>
          <a:lnRef idx="0"/>
          <a:fillRef idx="0"/>
          <a:effectRef idx="0"/>
          <a:fontRef idx="minor"/>
        </p:style>
        <p:txBody>
          <a:bodyPr wrap="none" lIns="92160" rIns="92160" tIns="46080" bIns="46080" anchor="ctr">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DejaVu Sans"/>
              </a:rPr>
              <a:t>Classification</a:t>
            </a:r>
            <a:endParaRPr b="0" lang="en-US" sz="24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DejaVu Sans"/>
              </a:rPr>
              <a:t>Algorithms</a:t>
            </a:r>
            <a:endParaRPr b="0" lang="en-US" sz="2400" spc="-1" strike="noStrike">
              <a:solidFill>
                <a:srgbClr val="000000"/>
              </a:solidFill>
              <a:latin typeface="Arial"/>
            </a:endParaRPr>
          </a:p>
        </p:txBody>
      </p:sp>
      <p:sp>
        <p:nvSpPr>
          <p:cNvPr id="130" name="AutoShape 3"/>
          <p:cNvSpPr/>
          <p:nvPr/>
        </p:nvSpPr>
        <p:spPr>
          <a:xfrm rot="20730600">
            <a:off x="5626080" y="2079360"/>
            <a:ext cx="2154960" cy="493200"/>
          </a:xfrm>
          <a:prstGeom prst="rightArrow">
            <a:avLst>
              <a:gd name="adj1" fmla="val 50000"/>
              <a:gd name="adj2" fmla="val 108846"/>
            </a:avLst>
          </a:prstGeom>
          <a:solidFill>
            <a:srgbClr val="2597b8"/>
          </a:solidFill>
          <a:ln w="12600">
            <a:solidFill>
              <a:srgbClr val="000000"/>
            </a:solidFill>
            <a:miter/>
          </a:ln>
        </p:spPr>
        <p:style>
          <a:lnRef idx="0"/>
          <a:fillRef idx="0"/>
          <a:effectRef idx="0"/>
          <a:fontRef idx="minor"/>
        </p:style>
        <p:txBody>
          <a:bodyPr wrap="none" lIns="90000" rIns="90000" tIns="46800" bIns="46800" anchor="ctr">
            <a:noAutofit/>
          </a:bodyPr>
          <a:p>
            <a:pPr>
              <a:lnSpc>
                <a:spcPct val="100000"/>
              </a:lnSpc>
            </a:pPr>
            <a:endParaRPr b="0" lang="en-US" sz="1800" spc="-1" strike="noStrike">
              <a:solidFill>
                <a:srgbClr val="000000"/>
              </a:solidFill>
              <a:latin typeface="Tahoma"/>
              <a:ea typeface="DejaVu Sans"/>
            </a:endParaRPr>
          </a:p>
        </p:txBody>
      </p:sp>
      <p:sp>
        <p:nvSpPr>
          <p:cNvPr id="131" name="Rectangle 15"/>
          <p:cNvSpPr/>
          <p:nvPr/>
        </p:nvSpPr>
        <p:spPr>
          <a:xfrm>
            <a:off x="8446320" y="5317200"/>
            <a:ext cx="2972880" cy="1188720"/>
          </a:xfrm>
          <a:prstGeom prst="rect">
            <a:avLst/>
          </a:prstGeom>
          <a:solidFill>
            <a:srgbClr val="ccffcc"/>
          </a:solidFill>
          <a:ln w="12600">
            <a:solidFill>
              <a:srgbClr val="000000"/>
            </a:solidFill>
            <a:miter/>
          </a:ln>
        </p:spPr>
        <p:style>
          <a:lnRef idx="0"/>
          <a:fillRef idx="0"/>
          <a:effectRef idx="0"/>
          <a:fontRef idx="minor"/>
        </p:style>
        <p:txBody>
          <a:bodyPr wrap="none" lIns="92160" rIns="92160" tIns="46080" bIns="4608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DejaVu Sans"/>
              </a:rPr>
              <a:t>IF rank = ‘professor’</a:t>
            </a:r>
            <a:endParaRPr b="0" lang="en-US" sz="24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DejaVu Sans"/>
              </a:rPr>
              <a:t>OR years &gt; 6</a:t>
            </a:r>
            <a:endParaRPr b="0" lang="en-US" sz="24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DejaVu Sans"/>
              </a:rPr>
              <a:t>THEN tenured = ‘yes’ </a:t>
            </a:r>
            <a:endParaRPr b="0" lang="en-US" sz="2400" spc="-1" strike="noStrike">
              <a:solidFill>
                <a:srgbClr val="000000"/>
              </a:solidFill>
              <a:latin typeface="Arial"/>
            </a:endParaRPr>
          </a:p>
        </p:txBody>
      </p:sp>
      <p:grpSp>
        <p:nvGrpSpPr>
          <p:cNvPr id="132" name="Group 4"/>
          <p:cNvGrpSpPr/>
          <p:nvPr/>
        </p:nvGrpSpPr>
        <p:grpSpPr>
          <a:xfrm>
            <a:off x="8635320" y="3216240"/>
            <a:ext cx="2515680" cy="1504080"/>
            <a:chOff x="8635320" y="3216240"/>
            <a:chExt cx="2515680" cy="1504080"/>
          </a:xfrm>
        </p:grpSpPr>
        <p:pic>
          <p:nvPicPr>
            <p:cNvPr id="133" name="Picture 4" descr=""/>
            <p:cNvPicPr/>
            <p:nvPr/>
          </p:nvPicPr>
          <p:blipFill>
            <a:blip r:embed="rId4"/>
            <a:stretch/>
          </p:blipFill>
          <p:spPr>
            <a:xfrm>
              <a:off x="8635320" y="3216240"/>
              <a:ext cx="2515680" cy="1504080"/>
            </a:xfrm>
            <a:prstGeom prst="rect">
              <a:avLst/>
            </a:prstGeom>
            <a:ln w="0">
              <a:noFill/>
            </a:ln>
          </p:spPr>
        </p:pic>
        <p:sp>
          <p:nvSpPr>
            <p:cNvPr id="134" name="Rectangle 16"/>
            <p:cNvSpPr/>
            <p:nvPr/>
          </p:nvSpPr>
          <p:spPr>
            <a:xfrm>
              <a:off x="9206640" y="3660480"/>
              <a:ext cx="1351440" cy="822960"/>
            </a:xfrm>
            <a:prstGeom prst="rect">
              <a:avLst/>
            </a:prstGeom>
            <a:noFill/>
            <a:ln w="0">
              <a:noFill/>
            </a:ln>
          </p:spPr>
          <p:style>
            <a:lnRef idx="0"/>
            <a:fillRef idx="0"/>
            <a:effectRef idx="0"/>
            <a:fontRef idx="minor"/>
          </p:style>
          <p:txBody>
            <a:bodyPr wrap="none" lIns="92160" rIns="92160" tIns="46080" bIns="46080" anchor="ctr">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DejaVu Sans"/>
                </a:rPr>
                <a:t>Classifier</a:t>
              </a:r>
              <a:endParaRPr b="0" lang="en-US" sz="24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DejaVu Sans"/>
                </a:rPr>
                <a:t>(Model)</a:t>
              </a:r>
              <a:endParaRPr b="0" lang="en-US" sz="2400" spc="-1" strike="noStrike">
                <a:solidFill>
                  <a:srgbClr val="000000"/>
                </a:solidFill>
                <a:latin typeface="Arial"/>
              </a:endParaRPr>
            </a:p>
          </p:txBody>
        </p:sp>
      </p:grpSp>
      <p:sp>
        <p:nvSpPr>
          <p:cNvPr id="135" name="Line 7"/>
          <p:cNvSpPr/>
          <p:nvPr/>
        </p:nvSpPr>
        <p:spPr>
          <a:xfrm flipH="1">
            <a:off x="7926480" y="4621320"/>
            <a:ext cx="708840" cy="71424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1800" spc="-1" strike="noStrike">
              <a:solidFill>
                <a:srgbClr val="000000"/>
              </a:solidFill>
              <a:latin typeface="Tahoma"/>
              <a:ea typeface="DejaVu Sans"/>
            </a:endParaRPr>
          </a:p>
        </p:txBody>
      </p:sp>
      <p:sp>
        <p:nvSpPr>
          <p:cNvPr id="136" name="Line 8"/>
          <p:cNvSpPr/>
          <p:nvPr/>
        </p:nvSpPr>
        <p:spPr>
          <a:xfrm>
            <a:off x="11155680" y="4543560"/>
            <a:ext cx="770040" cy="79056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1800" spc="-1" strike="noStrike">
              <a:solidFill>
                <a:srgbClr val="000000"/>
              </a:solidFill>
              <a:latin typeface="Tahoma"/>
              <a:ea typeface="DejaVu Sans"/>
            </a:endParaRPr>
          </a:p>
        </p:txBody>
      </p:sp>
      <p:sp>
        <p:nvSpPr>
          <p:cNvPr id="137" name="AutoShape 4"/>
          <p:cNvSpPr/>
          <p:nvPr/>
        </p:nvSpPr>
        <p:spPr>
          <a:xfrm>
            <a:off x="9522000" y="2576520"/>
            <a:ext cx="725400" cy="589680"/>
          </a:xfrm>
          <a:prstGeom prst="downArrow">
            <a:avLst>
              <a:gd name="adj1" fmla="val 50000"/>
              <a:gd name="adj2" fmla="val 25009"/>
            </a:avLst>
          </a:prstGeom>
          <a:solidFill>
            <a:srgbClr val="2597b8"/>
          </a:solidFill>
          <a:ln w="12600">
            <a:solidFill>
              <a:srgbClr val="000000"/>
            </a:solidFill>
            <a:miter/>
          </a:ln>
        </p:spPr>
        <p:style>
          <a:lnRef idx="0"/>
          <a:fillRef idx="0"/>
          <a:effectRef idx="0"/>
          <a:fontRef idx="minor"/>
        </p:style>
        <p:txBody>
          <a:bodyPr wrap="none" lIns="90000" rIns="90000" tIns="46800" bIns="46800" anchor="ctr">
            <a:noAutofit/>
          </a:bodyPr>
          <a:p>
            <a:pPr>
              <a:lnSpc>
                <a:spcPct val="100000"/>
              </a:lnSpc>
            </a:pPr>
            <a:endParaRPr b="0" lang="en-US" sz="1800" spc="-1" strike="noStrike">
              <a:solidFill>
                <a:srgbClr val="000000"/>
              </a:solidFill>
              <a:latin typeface="Tahoma"/>
              <a:ea typeface="DejaVu Sans"/>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Date Placeholder 2"/>
          <p:cNvSpPr/>
          <p:nvPr/>
        </p:nvSpPr>
        <p:spPr>
          <a:xfrm>
            <a:off x="406080" y="6477120"/>
            <a:ext cx="2536560" cy="37836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a typeface="DejaVu Sans"/>
            </a:endParaRPr>
          </a:p>
        </p:txBody>
      </p:sp>
      <p:sp>
        <p:nvSpPr>
          <p:cNvPr id="139" name="Footer Placeholder 4"/>
          <p:cNvSpPr/>
          <p:nvPr/>
        </p:nvSpPr>
        <p:spPr>
          <a:xfrm>
            <a:off x="4468680" y="6477120"/>
            <a:ext cx="3857400" cy="37836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a typeface="DejaVu Sans"/>
            </a:endParaRPr>
          </a:p>
        </p:txBody>
      </p:sp>
      <p:sp>
        <p:nvSpPr>
          <p:cNvPr id="140" name="Slide Number Placeholder 4"/>
          <p:cNvSpPr/>
          <p:nvPr/>
        </p:nvSpPr>
        <p:spPr>
          <a:xfrm>
            <a:off x="9648720" y="6477120"/>
            <a:ext cx="2536920" cy="378360"/>
          </a:xfrm>
          <a:prstGeom prst="rect">
            <a:avLst/>
          </a:prstGeom>
          <a:noFill/>
          <a:ln w="0">
            <a:noFill/>
          </a:ln>
        </p:spPr>
        <p:style>
          <a:lnRef idx="0"/>
          <a:fillRef idx="0"/>
          <a:effectRef idx="0"/>
          <a:fontRef idx="minor"/>
        </p:style>
        <p:txBody>
          <a:bodyPr lIns="90000" rIns="90000" tIns="46800" bIns="46800" anchor="b">
            <a:noAutofit/>
          </a:bodyPr>
          <a:p>
            <a:pPr marL="216000" indent="-216000" algn="r">
              <a:lnSpc>
                <a:spcPct val="100000"/>
              </a:lnSpc>
              <a:buClr>
                <a:srgbClr val="000000"/>
              </a:buClr>
              <a:buSzPct val="45000"/>
              <a:buFont typeface="Wingdings" charset="2"/>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F1257C6-D5EE-4C24-81F6-3D3AF869287A}" type="slidenum">
              <a:rPr b="0" lang="en-US" sz="1200" spc="-1" strike="noStrike">
                <a:solidFill>
                  <a:srgbClr val="000000"/>
                </a:solidFill>
                <a:latin typeface="Arial"/>
                <a:ea typeface="DejaVu Sans"/>
              </a:rPr>
              <a:t>9</a:t>
            </a:fld>
            <a:endParaRPr b="0" lang="en-US" sz="1200" spc="-1" strike="noStrike">
              <a:solidFill>
                <a:srgbClr val="000000"/>
              </a:solidFill>
              <a:latin typeface="Arial"/>
            </a:endParaRPr>
          </a:p>
        </p:txBody>
      </p:sp>
      <p:sp>
        <p:nvSpPr>
          <p:cNvPr id="141" name="PlaceHolder 1"/>
          <p:cNvSpPr>
            <a:spLocks noGrp="1"/>
          </p:cNvSpPr>
          <p:nvPr>
            <p:ph type="title"/>
          </p:nvPr>
        </p:nvSpPr>
        <p:spPr>
          <a:xfrm>
            <a:off x="0" y="228600"/>
            <a:ext cx="12186360" cy="835560"/>
          </a:xfrm>
          <a:prstGeom prst="rect">
            <a:avLst/>
          </a:prstGeom>
          <a:noFill/>
          <a:ln w="0">
            <a:noFill/>
          </a:ln>
        </p:spPr>
        <p:txBody>
          <a:bodyPr lIns="92160" rIns="92160" tIns="46080" bIns="46080" anchor="b">
            <a:noAutofit/>
          </a:bodyPr>
          <a:p>
            <a:pPr indent="0" algn="ctr">
              <a:lnSpc>
                <a:spcPct val="100000"/>
              </a:lnSpc>
              <a:buNone/>
              <a:tabLst>
                <a:tab algn="l" pos="0"/>
              </a:tabLst>
            </a:pPr>
            <a:r>
              <a:rPr b="1" lang="en-US" sz="3200" spc="-1" strike="noStrike">
                <a:solidFill>
                  <a:srgbClr val="333399"/>
                </a:solidFill>
                <a:latin typeface="Tahoma"/>
              </a:rPr>
              <a:t>Process (2): Using the Model in Prediction</a:t>
            </a:r>
            <a:r>
              <a:rPr b="1" lang="en-US" sz="3600" spc="-1" strike="noStrike">
                <a:solidFill>
                  <a:srgbClr val="333399"/>
                </a:solidFill>
                <a:latin typeface="Tahoma"/>
              </a:rPr>
              <a:t> </a:t>
            </a:r>
            <a:endParaRPr b="0" lang="en-US" sz="3600" spc="-1" strike="noStrike">
              <a:solidFill>
                <a:srgbClr val="000000"/>
              </a:solidFill>
              <a:latin typeface="Arial"/>
            </a:endParaRPr>
          </a:p>
        </p:txBody>
      </p:sp>
      <p:grpSp>
        <p:nvGrpSpPr>
          <p:cNvPr id="142" name="Group 1"/>
          <p:cNvGrpSpPr/>
          <p:nvPr/>
        </p:nvGrpSpPr>
        <p:grpSpPr>
          <a:xfrm>
            <a:off x="5924520" y="1569960"/>
            <a:ext cx="2515680" cy="1504080"/>
            <a:chOff x="5924520" y="1569960"/>
            <a:chExt cx="2515680" cy="1504080"/>
          </a:xfrm>
        </p:grpSpPr>
        <p:pic>
          <p:nvPicPr>
            <p:cNvPr id="143" name="Picture 2" descr=""/>
            <p:cNvPicPr/>
            <p:nvPr/>
          </p:nvPicPr>
          <p:blipFill>
            <a:blip r:embed="rId1"/>
            <a:stretch/>
          </p:blipFill>
          <p:spPr>
            <a:xfrm>
              <a:off x="5924520" y="1569960"/>
              <a:ext cx="2515680" cy="1504080"/>
            </a:xfrm>
            <a:prstGeom prst="rect">
              <a:avLst/>
            </a:prstGeom>
            <a:ln w="0">
              <a:noFill/>
            </a:ln>
          </p:spPr>
        </p:pic>
        <p:sp>
          <p:nvSpPr>
            <p:cNvPr id="144" name="Rectangle 17"/>
            <p:cNvSpPr/>
            <p:nvPr/>
          </p:nvSpPr>
          <p:spPr>
            <a:xfrm>
              <a:off x="6495840" y="2197080"/>
              <a:ext cx="1351440" cy="457200"/>
            </a:xfrm>
            <a:prstGeom prst="rect">
              <a:avLst/>
            </a:prstGeom>
            <a:noFill/>
            <a:ln w="0">
              <a:noFill/>
            </a:ln>
          </p:spPr>
          <p:style>
            <a:lnRef idx="0"/>
            <a:fillRef idx="0"/>
            <a:effectRef idx="0"/>
            <a:fontRef idx="minor"/>
          </p:style>
          <p:txBody>
            <a:bodyPr wrap="none" lIns="92160" rIns="92160" tIns="46080" bIns="46080" anchor="ctr">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DejaVu Sans"/>
                </a:rPr>
                <a:t>Classifier</a:t>
              </a:r>
              <a:endParaRPr b="0" lang="en-US" sz="2400" spc="-1" strike="noStrike">
                <a:solidFill>
                  <a:srgbClr val="000000"/>
                </a:solidFill>
                <a:latin typeface="Arial"/>
              </a:endParaRPr>
            </a:p>
          </p:txBody>
        </p:sp>
      </p:grpSp>
      <p:grpSp>
        <p:nvGrpSpPr>
          <p:cNvPr id="145" name="Group 2"/>
          <p:cNvGrpSpPr/>
          <p:nvPr/>
        </p:nvGrpSpPr>
        <p:grpSpPr>
          <a:xfrm>
            <a:off x="2875320" y="2735280"/>
            <a:ext cx="2261520" cy="1504080"/>
            <a:chOff x="2875320" y="2735280"/>
            <a:chExt cx="2261520" cy="1504080"/>
          </a:xfrm>
        </p:grpSpPr>
        <p:pic>
          <p:nvPicPr>
            <p:cNvPr id="146" name="Picture 8" descr=""/>
            <p:cNvPicPr/>
            <p:nvPr/>
          </p:nvPicPr>
          <p:blipFill>
            <a:blip r:embed="rId2"/>
            <a:stretch/>
          </p:blipFill>
          <p:spPr>
            <a:xfrm>
              <a:off x="2875320" y="2735280"/>
              <a:ext cx="2261520" cy="1504080"/>
            </a:xfrm>
            <a:prstGeom prst="rect">
              <a:avLst/>
            </a:prstGeom>
            <a:ln w="0">
              <a:noFill/>
            </a:ln>
          </p:spPr>
        </p:pic>
        <p:sp>
          <p:nvSpPr>
            <p:cNvPr id="147" name="Rectangle 18"/>
            <p:cNvSpPr/>
            <p:nvPr/>
          </p:nvSpPr>
          <p:spPr>
            <a:xfrm>
              <a:off x="3010680" y="3179520"/>
              <a:ext cx="1973880" cy="822960"/>
            </a:xfrm>
            <a:prstGeom prst="rect">
              <a:avLst/>
            </a:prstGeom>
            <a:noFill/>
            <a:ln w="0">
              <a:noFill/>
            </a:ln>
          </p:spPr>
          <p:style>
            <a:lnRef idx="0"/>
            <a:fillRef idx="0"/>
            <a:effectRef idx="0"/>
            <a:fontRef idx="minor"/>
          </p:style>
          <p:txBody>
            <a:bodyPr lIns="92160" rIns="92160" tIns="46080" bIns="46080" anchor="ctr">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DejaVu Sans"/>
                </a:rPr>
                <a:t>Testing</a:t>
              </a:r>
              <a:endParaRPr b="0" lang="en-US" sz="24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DejaVu Sans"/>
                </a:rPr>
                <a:t>Data</a:t>
              </a:r>
              <a:endParaRPr b="0" lang="en-US" sz="2400" spc="-1" strike="noStrike">
                <a:solidFill>
                  <a:srgbClr val="000000"/>
                </a:solidFill>
                <a:latin typeface="Arial"/>
              </a:endParaRPr>
            </a:p>
          </p:txBody>
        </p:sp>
      </p:grpSp>
      <p:graphicFrame>
        <p:nvGraphicFramePr>
          <p:cNvPr id="148" name="Object 1"/>
          <p:cNvGraphicFramePr/>
          <p:nvPr/>
        </p:nvGraphicFramePr>
        <p:xfrm>
          <a:off x="609120" y="4800600"/>
          <a:ext cx="7247520" cy="1762920"/>
        </p:xfrm>
        <a:graphic>
          <a:graphicData uri="http://schemas.openxmlformats.org/presentationml/2006/ole">
            <p:oleObj progId="Excel.Sheet.12" r:id="rId3" spid="">
              <p:embed/>
              <p:pic>
                <p:nvPicPr>
                  <p:cNvPr id="149" name="Object 1" descr=""/>
                  <p:cNvPicPr/>
                  <p:nvPr/>
                </p:nvPicPr>
                <p:blipFill>
                  <a:blip r:embed="rId4"/>
                  <a:stretch/>
                </p:blipFill>
                <p:spPr>
                  <a:xfrm>
                    <a:off x="609120" y="4800600"/>
                    <a:ext cx="7247520" cy="1762920"/>
                  </a:xfrm>
                  <a:prstGeom prst="rect">
                    <a:avLst/>
                  </a:prstGeom>
                  <a:ln w="0">
                    <a:noFill/>
                  </a:ln>
                </p:spPr>
              </p:pic>
            </p:oleObj>
          </a:graphicData>
        </a:graphic>
      </p:graphicFrame>
      <p:sp>
        <p:nvSpPr>
          <p:cNvPr id="150" name="Line 1"/>
          <p:cNvSpPr/>
          <p:nvPr/>
        </p:nvSpPr>
        <p:spPr>
          <a:xfrm flipH="1">
            <a:off x="568080" y="4071960"/>
            <a:ext cx="2192760" cy="70020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1800" spc="-1" strike="noStrike">
              <a:solidFill>
                <a:srgbClr val="000000"/>
              </a:solidFill>
              <a:latin typeface="Arial"/>
              <a:ea typeface="DejaVu Sans"/>
            </a:endParaRPr>
          </a:p>
        </p:txBody>
      </p:sp>
      <p:sp>
        <p:nvSpPr>
          <p:cNvPr id="151" name="Line 2"/>
          <p:cNvSpPr/>
          <p:nvPr/>
        </p:nvSpPr>
        <p:spPr>
          <a:xfrm>
            <a:off x="5142240" y="4071960"/>
            <a:ext cx="2699640" cy="70020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1800" spc="-1" strike="noStrike">
              <a:solidFill>
                <a:srgbClr val="000000"/>
              </a:solidFill>
              <a:latin typeface="Arial"/>
              <a:ea typeface="DejaVu Sans"/>
            </a:endParaRPr>
          </a:p>
        </p:txBody>
      </p:sp>
      <p:sp>
        <p:nvSpPr>
          <p:cNvPr id="152" name="AutoShape 1"/>
          <p:cNvSpPr/>
          <p:nvPr/>
        </p:nvSpPr>
        <p:spPr>
          <a:xfrm>
            <a:off x="10387440" y="5000760"/>
            <a:ext cx="725400" cy="589320"/>
          </a:xfrm>
          <a:prstGeom prst="downArrow">
            <a:avLst>
              <a:gd name="adj1" fmla="val 50000"/>
              <a:gd name="adj2" fmla="val 25009"/>
            </a:avLst>
          </a:prstGeom>
          <a:solidFill>
            <a:srgbClr val="2597b8"/>
          </a:solidFill>
          <a:ln w="12600">
            <a:solidFill>
              <a:srgbClr val="000000"/>
            </a:solidFill>
            <a:miter/>
          </a:ln>
        </p:spPr>
        <p:style>
          <a:lnRef idx="0"/>
          <a:fillRef idx="0"/>
          <a:effectRef idx="0"/>
          <a:fontRef idx="minor"/>
        </p:style>
        <p:txBody>
          <a:bodyPr wrap="none" lIns="90000" rIns="90000" tIns="46800" bIns="46800" anchor="ctr">
            <a:noAutofit/>
          </a:bodyPr>
          <a:p>
            <a:pPr>
              <a:lnSpc>
                <a:spcPct val="100000"/>
              </a:lnSpc>
            </a:pPr>
            <a:endParaRPr b="0" lang="en-US" sz="1800" spc="-1" strike="noStrike">
              <a:solidFill>
                <a:srgbClr val="ffffff"/>
              </a:solidFill>
              <a:latin typeface="Arial"/>
              <a:ea typeface="DejaVu Sans"/>
            </a:endParaRPr>
          </a:p>
        </p:txBody>
      </p:sp>
      <p:sp>
        <p:nvSpPr>
          <p:cNvPr id="153" name="Freeform 3"/>
          <p:cNvSpPr/>
          <p:nvPr/>
        </p:nvSpPr>
        <p:spPr>
          <a:xfrm>
            <a:off x="8694720" y="2173320"/>
            <a:ext cx="1252440" cy="764280"/>
          </a:xfrm>
          <a:prstGeom prst="pie">
            <a:avLst>
              <a:gd name="adj1" fmla="val 0"/>
              <a:gd name="adj2" fmla="val 16200000"/>
            </a:avLst>
          </a:prstGeom>
          <a:solidFill>
            <a:srgbClr val="2597b8"/>
          </a:solidFill>
          <a:ln cap="rnd" w="12600">
            <a:solidFill>
              <a:srgbClr val="000000"/>
            </a:solidFill>
            <a:round/>
          </a:ln>
        </p:spPr>
        <p:style>
          <a:lnRef idx="0"/>
          <a:fillRef idx="0"/>
          <a:effectRef idx="0"/>
          <a:fontRef idx="minor"/>
        </p:style>
        <p:txBody>
          <a:bodyPr lIns="90000" rIns="90000" tIns="46800" bIns="46800" anchor="t">
            <a:noAutofit/>
          </a:bodyPr>
          <a:p>
            <a:pPr>
              <a:lnSpc>
                <a:spcPct val="100000"/>
              </a:lnSpc>
            </a:pPr>
            <a:endParaRPr b="0" lang="en-US" sz="1800" spc="-1" strike="noStrike">
              <a:solidFill>
                <a:srgbClr val="ffffff"/>
              </a:solidFill>
              <a:latin typeface="Arial"/>
              <a:ea typeface="DejaVu Sans"/>
            </a:endParaRPr>
          </a:p>
        </p:txBody>
      </p:sp>
      <p:grpSp>
        <p:nvGrpSpPr>
          <p:cNvPr id="154" name="Group 6"/>
          <p:cNvGrpSpPr/>
          <p:nvPr/>
        </p:nvGrpSpPr>
        <p:grpSpPr>
          <a:xfrm>
            <a:off x="8859960" y="3187800"/>
            <a:ext cx="2371320" cy="813240"/>
            <a:chOff x="8859960" y="3187800"/>
            <a:chExt cx="2371320" cy="813240"/>
          </a:xfrm>
        </p:grpSpPr>
        <p:pic>
          <p:nvPicPr>
            <p:cNvPr id="155" name="Picture 9" descr=""/>
            <p:cNvPicPr/>
            <p:nvPr/>
          </p:nvPicPr>
          <p:blipFill>
            <a:blip r:embed="rId5"/>
            <a:stretch/>
          </p:blipFill>
          <p:spPr>
            <a:xfrm>
              <a:off x="8859960" y="3187800"/>
              <a:ext cx="2371320" cy="813240"/>
            </a:xfrm>
            <a:prstGeom prst="rect">
              <a:avLst/>
            </a:prstGeom>
            <a:ln w="0">
              <a:noFill/>
            </a:ln>
          </p:spPr>
        </p:pic>
        <p:sp>
          <p:nvSpPr>
            <p:cNvPr id="156" name="Rectangle 19"/>
            <p:cNvSpPr/>
            <p:nvPr/>
          </p:nvSpPr>
          <p:spPr>
            <a:xfrm>
              <a:off x="9163080" y="3414600"/>
              <a:ext cx="1749240" cy="457200"/>
            </a:xfrm>
            <a:prstGeom prst="rect">
              <a:avLst/>
            </a:prstGeom>
            <a:noFill/>
            <a:ln w="0">
              <a:noFill/>
            </a:ln>
          </p:spPr>
          <p:style>
            <a:lnRef idx="0"/>
            <a:fillRef idx="0"/>
            <a:effectRef idx="0"/>
            <a:fontRef idx="minor"/>
          </p:style>
          <p:txBody>
            <a:bodyPr wrap="none" lIns="92160" rIns="92160" tIns="46080" bIns="46080" anchor="ctr">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DejaVu Sans"/>
                </a:rPr>
                <a:t>Unseen Data</a:t>
              </a:r>
              <a:endParaRPr b="0" lang="en-US" sz="2400" spc="-1" strike="noStrike">
                <a:solidFill>
                  <a:srgbClr val="000000"/>
                </a:solidFill>
                <a:latin typeface="Arial"/>
              </a:endParaRPr>
            </a:p>
          </p:txBody>
        </p:sp>
      </p:grpSp>
      <p:sp>
        <p:nvSpPr>
          <p:cNvPr id="157" name="Rectangle 20"/>
          <p:cNvSpPr/>
          <p:nvPr/>
        </p:nvSpPr>
        <p:spPr>
          <a:xfrm>
            <a:off x="8822880" y="4262400"/>
            <a:ext cx="2433240" cy="457560"/>
          </a:xfrm>
          <a:prstGeom prst="rect">
            <a:avLst/>
          </a:prstGeom>
          <a:solidFill>
            <a:srgbClr val="ffcc99"/>
          </a:solid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DejaVu Sans"/>
              </a:rPr>
              <a:t>(Jeff, Professor, 4)</a:t>
            </a:r>
            <a:endParaRPr b="0" lang="en-US" sz="2400" spc="-1" strike="noStrike">
              <a:solidFill>
                <a:srgbClr val="000000"/>
              </a:solidFill>
              <a:latin typeface="Arial"/>
            </a:endParaRPr>
          </a:p>
        </p:txBody>
      </p:sp>
      <p:sp>
        <p:nvSpPr>
          <p:cNvPr id="158" name="Line 3"/>
          <p:cNvSpPr/>
          <p:nvPr/>
        </p:nvSpPr>
        <p:spPr>
          <a:xfrm flipH="1">
            <a:off x="8220240" y="3903840"/>
            <a:ext cx="628200" cy="39348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1800" spc="-1" strike="noStrike">
              <a:solidFill>
                <a:srgbClr val="000000"/>
              </a:solidFill>
              <a:latin typeface="Arial"/>
              <a:ea typeface="DejaVu Sans"/>
            </a:endParaRPr>
          </a:p>
        </p:txBody>
      </p:sp>
      <p:sp>
        <p:nvSpPr>
          <p:cNvPr id="159" name="Line 4"/>
          <p:cNvSpPr/>
          <p:nvPr/>
        </p:nvSpPr>
        <p:spPr>
          <a:xfrm>
            <a:off x="11261520" y="3903840"/>
            <a:ext cx="484200" cy="34920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1800" spc="-1" strike="noStrike">
              <a:solidFill>
                <a:srgbClr val="000000"/>
              </a:solidFill>
              <a:latin typeface="Arial"/>
              <a:ea typeface="DejaVu Sans"/>
            </a:endParaRPr>
          </a:p>
        </p:txBody>
      </p:sp>
      <p:sp>
        <p:nvSpPr>
          <p:cNvPr id="160" name="Freeform 4"/>
          <p:cNvSpPr/>
          <p:nvPr/>
        </p:nvSpPr>
        <p:spPr>
          <a:xfrm>
            <a:off x="4479120" y="2031840"/>
            <a:ext cx="1199520" cy="591480"/>
          </a:xfrm>
          <a:prstGeom prst="pie">
            <a:avLst>
              <a:gd name="adj1" fmla="val 0"/>
              <a:gd name="adj2" fmla="val 16200000"/>
            </a:avLst>
          </a:prstGeom>
          <a:solidFill>
            <a:srgbClr val="2597b8"/>
          </a:solidFill>
          <a:ln cap="rnd" w="12600">
            <a:solidFill>
              <a:srgbClr val="000000"/>
            </a:solidFill>
            <a:round/>
          </a:ln>
        </p:spPr>
        <p:style>
          <a:lnRef idx="0"/>
          <a:fillRef idx="0"/>
          <a:effectRef idx="0"/>
          <a:fontRef idx="minor"/>
        </p:style>
        <p:txBody>
          <a:bodyPr lIns="90000" rIns="90000" tIns="46800" bIns="46800" anchor="t">
            <a:noAutofit/>
          </a:bodyPr>
          <a:p>
            <a:pPr>
              <a:lnSpc>
                <a:spcPct val="100000"/>
              </a:lnSpc>
            </a:pPr>
            <a:endParaRPr b="0" lang="en-US" sz="1800" spc="-1" strike="noStrike">
              <a:solidFill>
                <a:srgbClr val="ffffff"/>
              </a:solidFill>
              <a:latin typeface="Arial"/>
              <a:ea typeface="DejaVu Sans"/>
            </a:endParaRPr>
          </a:p>
        </p:txBody>
      </p:sp>
      <p:pic>
        <p:nvPicPr>
          <p:cNvPr id="161" name="Picture 10" descr=""/>
          <p:cNvPicPr/>
          <p:nvPr/>
        </p:nvPicPr>
        <p:blipFill>
          <a:blip r:embed="rId6"/>
          <a:stretch/>
        </p:blipFill>
        <p:spPr>
          <a:xfrm>
            <a:off x="10290240" y="5738760"/>
            <a:ext cx="957960" cy="626040"/>
          </a:xfrm>
          <a:prstGeom prst="rect">
            <a:avLst/>
          </a:prstGeom>
          <a:ln w="0">
            <a:noFill/>
          </a:ln>
        </p:spPr>
      </p:pic>
      <p:sp>
        <p:nvSpPr>
          <p:cNvPr id="162" name="Rectangle 21"/>
          <p:cNvSpPr/>
          <p:nvPr/>
        </p:nvSpPr>
        <p:spPr>
          <a:xfrm>
            <a:off x="8559360" y="4959360"/>
            <a:ext cx="1499040" cy="51876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Times New Roman"/>
                <a:ea typeface="DejaVu Sans"/>
              </a:rPr>
              <a:t>Tenured?</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609120" y="190440"/>
            <a:ext cx="10967040" cy="57960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164" name="PlaceHolder 2"/>
          <p:cNvSpPr>
            <a:spLocks noGrp="1"/>
          </p:cNvSpPr>
          <p:nvPr>
            <p:ph/>
          </p:nvPr>
        </p:nvSpPr>
        <p:spPr>
          <a:xfrm>
            <a:off x="609120" y="1174680"/>
            <a:ext cx="10967040" cy="495000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165" name="" descr=""/>
          <p:cNvPicPr/>
          <p:nvPr/>
        </p:nvPicPr>
        <p:blipFill>
          <a:blip r:embed="rId1"/>
          <a:stretch/>
        </p:blipFill>
        <p:spPr>
          <a:xfrm>
            <a:off x="1370880" y="1174680"/>
            <a:ext cx="8682120" cy="488556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609120" y="190440"/>
            <a:ext cx="10967040" cy="579600"/>
          </a:xfrm>
          <a:prstGeom prst="rect">
            <a:avLst/>
          </a:prstGeom>
          <a:noFill/>
          <a:ln w="0">
            <a:noFill/>
          </a:ln>
        </p:spPr>
        <p:txBody>
          <a:bodyPr lIns="0" rIns="0" tIns="0" bIns="0" anchor="ctr">
            <a:noAutofit/>
          </a:bodyPr>
          <a:p>
            <a:pPr indent="0">
              <a:lnSpc>
                <a:spcPct val="100000"/>
              </a:lnSpc>
              <a:buNone/>
              <a:tabLst>
                <a:tab algn="l" pos="0"/>
              </a:tabLst>
            </a:pPr>
            <a:r>
              <a:rPr b="0" lang="en-US" sz="1800" spc="-1" strike="noStrike">
                <a:solidFill>
                  <a:schemeClr val="dk1"/>
                </a:solidFill>
                <a:latin typeface="Arial"/>
              </a:rPr>
              <a:t>Types of bayesian classifier</a:t>
            </a:r>
            <a:endParaRPr b="0" lang="en-US" sz="1800" spc="-1" strike="noStrike">
              <a:solidFill>
                <a:srgbClr val="000000"/>
              </a:solidFill>
              <a:latin typeface="Arial"/>
            </a:endParaRPr>
          </a:p>
        </p:txBody>
      </p:sp>
      <p:sp>
        <p:nvSpPr>
          <p:cNvPr id="167" name="PlaceHolder 2"/>
          <p:cNvSpPr>
            <a:spLocks noGrp="1"/>
          </p:cNvSpPr>
          <p:nvPr>
            <p:ph/>
          </p:nvPr>
        </p:nvSpPr>
        <p:spPr>
          <a:xfrm>
            <a:off x="609120" y="1174680"/>
            <a:ext cx="10967040" cy="4950000"/>
          </a:xfrm>
          <a:prstGeom prst="rect">
            <a:avLst/>
          </a:prstGeom>
          <a:noFill/>
          <a:ln w="0">
            <a:noFill/>
          </a:ln>
        </p:spPr>
        <p:txBody>
          <a:bodyPr lIns="0" rIns="0" tIns="0" bIns="0" anchor="t">
            <a:normAutofit/>
          </a:bodyPr>
          <a:p>
            <a:pPr marL="432000" indent="0">
              <a:lnSpc>
                <a:spcPct val="100000"/>
              </a:lnSpc>
              <a:spcBef>
                <a:spcPts val="1191"/>
              </a:spcBef>
              <a:spcAft>
                <a:spcPts val="992"/>
              </a:spcAft>
              <a:buNone/>
              <a:tabLst>
                <a:tab algn="l" pos="0"/>
              </a:tabLst>
            </a:pPr>
            <a:endParaRPr b="0" lang="en-US" sz="1000" spc="-1" strike="noStrike">
              <a:solidFill>
                <a:srgbClr val="000000"/>
              </a:solidFill>
              <a:latin typeface="Arial"/>
            </a:endParaRPr>
          </a:p>
          <a:p>
            <a:pPr marL="432000" indent="0">
              <a:lnSpc>
                <a:spcPct val="100000"/>
              </a:lnSpc>
              <a:spcBef>
                <a:spcPts val="1191"/>
              </a:spcBef>
              <a:spcAft>
                <a:spcPts val="992"/>
              </a:spcAft>
              <a:buNone/>
              <a:tabLst>
                <a:tab algn="l" pos="0"/>
              </a:tabLst>
            </a:pPr>
            <a:r>
              <a:rPr b="1" lang="en-US" sz="1800" spc="-1" strike="noStrike">
                <a:solidFill>
                  <a:schemeClr val="dk1"/>
                </a:solidFill>
                <a:latin typeface="Arial"/>
              </a:rPr>
              <a:t>Naive Bayes Classifier:</a:t>
            </a:r>
            <a:r>
              <a:rPr b="0" lang="en-US" sz="1800" spc="-1" strike="noStrike">
                <a:solidFill>
                  <a:schemeClr val="dk1"/>
                </a:solidFill>
                <a:latin typeface="Arial"/>
              </a:rPr>
              <a:t> Assumes conditional independence of features. It selects the class that has the greatest posterior probability of happenings.</a:t>
            </a:r>
            <a:endParaRPr b="0" lang="en-US" sz="1800" spc="-1" strike="noStrike">
              <a:solidFill>
                <a:srgbClr val="000000"/>
              </a:solidFill>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0" lang="en-US" sz="2100" spc="-1" strike="noStrike" u="sng">
                <a:solidFill>
                  <a:schemeClr val="dk1"/>
                </a:solidFill>
                <a:uFillTx/>
                <a:latin typeface="Arial"/>
                <a:hlinkClick r:id="rId1"/>
              </a:rPr>
              <a:t>Gaussian Naive Bayes (GNB)</a:t>
            </a:r>
            <a:r>
              <a:rPr b="0" lang="en-US" sz="2100" spc="-1" strike="noStrike">
                <a:solidFill>
                  <a:schemeClr val="dk1"/>
                </a:solidFill>
                <a:latin typeface="Arial"/>
              </a:rPr>
              <a:t>: Assumes features follow a normal (Gaussian) distribution, suitable for continuous data like height or temperature.</a:t>
            </a:r>
            <a:endParaRPr b="0" lang="en-US" sz="2100" spc="-1" strike="noStrike">
              <a:solidFill>
                <a:srgbClr val="000000"/>
              </a:solidFill>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0" lang="en-US" sz="2100" spc="-1" strike="noStrike" u="sng">
                <a:solidFill>
                  <a:schemeClr val="dk1"/>
                </a:solidFill>
                <a:uFillTx/>
                <a:latin typeface="Arial"/>
                <a:hlinkClick r:id="rId2"/>
              </a:rPr>
              <a:t>Multinomial Naive Bayes (MNB)</a:t>
            </a:r>
            <a:r>
              <a:rPr b="0" lang="en-US" sz="2100" spc="-1" strike="noStrike">
                <a:solidFill>
                  <a:schemeClr val="dk1"/>
                </a:solidFill>
                <a:latin typeface="Arial"/>
              </a:rPr>
              <a:t>: Used for discrete features, often word counts in text. It calculates probabilities based on the frequency of features.</a:t>
            </a:r>
            <a:endParaRPr b="0" lang="en-US" sz="2100" spc="-1" strike="noStrike">
              <a:solidFill>
                <a:srgbClr val="000000"/>
              </a:solidFill>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0" lang="en-US" sz="2100" spc="-1" strike="noStrike" u="sng">
                <a:solidFill>
                  <a:schemeClr val="dk1"/>
                </a:solidFill>
                <a:uFillTx/>
                <a:latin typeface="Arial"/>
                <a:hlinkClick r:id="rId3"/>
              </a:rPr>
              <a:t>Bernoulli Naive Bayes (BNB)</a:t>
            </a:r>
            <a:r>
              <a:rPr b="0" lang="en-US" sz="2100" spc="-1" strike="noStrike">
                <a:solidFill>
                  <a:schemeClr val="dk1"/>
                </a:solidFill>
                <a:latin typeface="Arial"/>
              </a:rPr>
              <a:t>: Ideal for binary features (present/absent). It checks if a word appears in a document, rather than how many times.</a:t>
            </a:r>
            <a:endParaRPr b="0" lang="en-US" sz="2100" spc="-1" strike="noStrike">
              <a:solidFill>
                <a:srgbClr val="000000"/>
              </a:solidFill>
              <a:latin typeface="Arial"/>
            </a:endParaRPr>
          </a:p>
          <a:p>
            <a:pPr marL="432000" indent="0">
              <a:lnSpc>
                <a:spcPct val="100000"/>
              </a:lnSpc>
              <a:spcBef>
                <a:spcPts val="1191"/>
              </a:spcBef>
              <a:spcAft>
                <a:spcPts val="992"/>
              </a:spcAft>
              <a:buNone/>
              <a:tabLst>
                <a:tab algn="l" pos="0"/>
              </a:tabLst>
            </a:pP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68" name="Date Placeholder 5"/>
          <p:cNvSpPr/>
          <p:nvPr/>
        </p:nvSpPr>
        <p:spPr>
          <a:xfrm>
            <a:off x="406080" y="6477120"/>
            <a:ext cx="2536560" cy="37836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Tahoma"/>
              <a:ea typeface="DejaVu Sans"/>
            </a:endParaRPr>
          </a:p>
        </p:txBody>
      </p:sp>
      <p:sp>
        <p:nvSpPr>
          <p:cNvPr id="169" name="Footer Placeholder 5"/>
          <p:cNvSpPr/>
          <p:nvPr/>
        </p:nvSpPr>
        <p:spPr>
          <a:xfrm>
            <a:off x="4468680" y="6477120"/>
            <a:ext cx="3857400" cy="37836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Tahoma"/>
              <a:ea typeface="DejaVu Sans"/>
            </a:endParaRPr>
          </a:p>
        </p:txBody>
      </p:sp>
      <p:sp>
        <p:nvSpPr>
          <p:cNvPr id="170" name="Slide Number Placeholder 5"/>
          <p:cNvSpPr/>
          <p:nvPr/>
        </p:nvSpPr>
        <p:spPr>
          <a:xfrm>
            <a:off x="9648720" y="6477120"/>
            <a:ext cx="2536920" cy="378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D2F193E-A2BC-4619-AF44-1DCC0FBBD1BA}" type="slidenum">
              <a:rPr b="0" lang="en-US" sz="1200" spc="-1" strike="noStrike">
                <a:solidFill>
                  <a:srgbClr val="000000"/>
                </a:solidFill>
                <a:latin typeface="Tahoma"/>
                <a:ea typeface="DejaVu Sans"/>
              </a:rPr>
              <a:t>13</a:t>
            </a:fld>
            <a:endParaRPr b="0" lang="en-US" sz="1200" spc="-1" strike="noStrike">
              <a:solidFill>
                <a:srgbClr val="000000"/>
              </a:solidFill>
              <a:latin typeface="Arial"/>
            </a:endParaRPr>
          </a:p>
        </p:txBody>
      </p:sp>
      <p:sp>
        <p:nvSpPr>
          <p:cNvPr id="171" name="PlaceHolder 1"/>
          <p:cNvSpPr>
            <a:spLocks noGrp="1"/>
          </p:cNvSpPr>
          <p:nvPr>
            <p:ph type="title"/>
          </p:nvPr>
        </p:nvSpPr>
        <p:spPr>
          <a:xfrm>
            <a:off x="811800" y="304560"/>
            <a:ext cx="10256760" cy="683280"/>
          </a:xfrm>
          <a:prstGeom prst="rect">
            <a:avLst/>
          </a:prstGeom>
          <a:noFill/>
          <a:ln w="0">
            <a:noFill/>
          </a:ln>
        </p:spPr>
        <p:txBody>
          <a:bodyPr lIns="92160" rIns="92160" tIns="46080" bIns="46080" anchor="ctr">
            <a:noAutofit/>
          </a:bodyPr>
          <a:p>
            <a:pPr indent="0" algn="ctr">
              <a:lnSpc>
                <a:spcPct val="100000"/>
              </a:lnSpc>
              <a:buNone/>
              <a:tabLst>
                <a:tab algn="l" pos="0"/>
              </a:tabLst>
            </a:pPr>
            <a:r>
              <a:rPr b="1" lang="en-US" sz="3600" spc="-1" strike="noStrike">
                <a:solidFill>
                  <a:srgbClr val="333399"/>
                </a:solidFill>
                <a:latin typeface="Tahoma"/>
              </a:rPr>
              <a:t>Bayesian Classification: Why?</a:t>
            </a:r>
            <a:endParaRPr b="0" lang="en-US" sz="3600" spc="-1" strike="noStrike">
              <a:solidFill>
                <a:srgbClr val="000000"/>
              </a:solidFill>
              <a:latin typeface="Arial"/>
            </a:endParaRPr>
          </a:p>
        </p:txBody>
      </p:sp>
      <p:sp>
        <p:nvSpPr>
          <p:cNvPr id="172" name="PlaceHolder 2"/>
          <p:cNvSpPr>
            <a:spLocks noGrp="1"/>
          </p:cNvSpPr>
          <p:nvPr>
            <p:ph/>
          </p:nvPr>
        </p:nvSpPr>
        <p:spPr>
          <a:xfrm>
            <a:off x="506880" y="1371600"/>
            <a:ext cx="11272320" cy="5103000"/>
          </a:xfrm>
          <a:prstGeom prst="rect">
            <a:avLst/>
          </a:prstGeom>
          <a:noFill/>
          <a:ln w="0">
            <a:noFill/>
          </a:ln>
        </p:spPr>
        <p:txBody>
          <a:bodyPr lIns="92160" rIns="92160" tIns="46080" bIns="46080" anchor="t">
            <a:normAutofit/>
          </a:bodyPr>
          <a:p>
            <a:pPr marL="343080" indent="-343080">
              <a:lnSpc>
                <a:spcPct val="9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u="sng">
                <a:solidFill>
                  <a:srgbClr val="000000"/>
                </a:solidFill>
                <a:uFillTx/>
                <a:latin typeface="Tahoma"/>
              </a:rPr>
              <a:t>A statistical classifier</a:t>
            </a:r>
            <a:r>
              <a:rPr b="0" lang="en-US" sz="2400" spc="-1" strike="noStrike">
                <a:solidFill>
                  <a:srgbClr val="000000"/>
                </a:solidFill>
                <a:latin typeface="Tahoma"/>
              </a:rPr>
              <a:t>: performs </a:t>
            </a:r>
            <a:r>
              <a:rPr b="0" i="1" lang="en-US" sz="2400" spc="-1" strike="noStrike">
                <a:solidFill>
                  <a:srgbClr val="000000"/>
                </a:solidFill>
                <a:latin typeface="Tahoma"/>
              </a:rPr>
              <a:t>probabilistic prediction, i.e.,</a:t>
            </a:r>
            <a:r>
              <a:rPr b="0" lang="en-US" sz="2400" spc="-1" strike="noStrike">
                <a:solidFill>
                  <a:srgbClr val="000000"/>
                </a:solidFill>
                <a:latin typeface="Tahoma"/>
              </a:rPr>
              <a:t> predicts class membership probabilities</a:t>
            </a:r>
            <a:endParaRPr b="0" lang="en-US" sz="2400" spc="-1" strike="noStrike">
              <a:solidFill>
                <a:srgbClr val="000000"/>
              </a:solidFill>
              <a:latin typeface="Arial"/>
            </a:endParaRPr>
          </a:p>
          <a:p>
            <a:pPr marL="343080" indent="-343080">
              <a:lnSpc>
                <a:spcPct val="9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u="sng">
                <a:solidFill>
                  <a:srgbClr val="000000"/>
                </a:solidFill>
                <a:uFillTx/>
                <a:latin typeface="Tahoma"/>
              </a:rPr>
              <a:t>Foundation:</a:t>
            </a:r>
            <a:r>
              <a:rPr b="0" lang="en-US" sz="2400" spc="-1" strike="noStrike">
                <a:solidFill>
                  <a:srgbClr val="000000"/>
                </a:solidFill>
                <a:latin typeface="Tahoma"/>
              </a:rPr>
              <a:t> Based on Bayes’ Theorem. </a:t>
            </a:r>
            <a:endParaRPr b="0" lang="en-US" sz="2400" spc="-1" strike="noStrike">
              <a:solidFill>
                <a:srgbClr val="000000"/>
              </a:solidFill>
              <a:latin typeface="Arial"/>
            </a:endParaRPr>
          </a:p>
          <a:p>
            <a:pPr marL="343080" indent="-343080">
              <a:lnSpc>
                <a:spcPct val="9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u="sng">
                <a:solidFill>
                  <a:srgbClr val="000000"/>
                </a:solidFill>
                <a:uFillTx/>
                <a:latin typeface="Tahoma"/>
              </a:rPr>
              <a:t>Performance:</a:t>
            </a:r>
            <a:r>
              <a:rPr b="0" lang="en-US" sz="2400" spc="-1" strike="noStrike">
                <a:solidFill>
                  <a:srgbClr val="000000"/>
                </a:solidFill>
                <a:latin typeface="Tahoma"/>
              </a:rPr>
              <a:t> A simple Bayesian classifier, </a:t>
            </a:r>
            <a:r>
              <a:rPr b="0" i="1" lang="en-US" sz="2400" spc="-1" strike="noStrike">
                <a:solidFill>
                  <a:srgbClr val="000000"/>
                </a:solidFill>
                <a:latin typeface="Tahoma"/>
              </a:rPr>
              <a:t>naïve Bayesian classifier</a:t>
            </a:r>
            <a:r>
              <a:rPr b="0" lang="en-US" sz="2400" spc="-1" strike="noStrike">
                <a:solidFill>
                  <a:srgbClr val="000000"/>
                </a:solidFill>
                <a:latin typeface="Tahoma"/>
              </a:rPr>
              <a:t>, has comparable performance with decision tree and selected neural network classifiers</a:t>
            </a:r>
            <a:endParaRPr b="0" lang="en-US" sz="2400" spc="-1" strike="noStrike">
              <a:solidFill>
                <a:srgbClr val="000000"/>
              </a:solidFill>
              <a:latin typeface="Arial"/>
            </a:endParaRPr>
          </a:p>
          <a:p>
            <a:pPr marL="343080" indent="-343080">
              <a:lnSpc>
                <a:spcPct val="9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u="sng">
                <a:solidFill>
                  <a:srgbClr val="000000"/>
                </a:solidFill>
                <a:uFillTx/>
                <a:latin typeface="Tahoma"/>
              </a:rPr>
              <a:t>Incremental</a:t>
            </a:r>
            <a:r>
              <a:rPr b="0" lang="en-US" sz="2400" spc="-1" strike="noStrike">
                <a:solidFill>
                  <a:srgbClr val="000000"/>
                </a:solidFill>
                <a:latin typeface="Tahoma"/>
              </a:rPr>
              <a:t>: Each training example can incrementally increase/decrease the probability that a hypothesis is correct — prior knowledge can be combined with observed data</a:t>
            </a:r>
            <a:endParaRPr b="0" lang="en-US" sz="2400" spc="-1" strike="noStrike">
              <a:solidFill>
                <a:srgbClr val="000000"/>
              </a:solidFill>
              <a:latin typeface="Arial"/>
            </a:endParaRPr>
          </a:p>
          <a:p>
            <a:pPr marL="343080" indent="-343080">
              <a:lnSpc>
                <a:spcPct val="9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u="sng">
                <a:solidFill>
                  <a:srgbClr val="000000"/>
                </a:solidFill>
                <a:uFillTx/>
                <a:latin typeface="Tahoma"/>
              </a:rPr>
              <a:t>Standard</a:t>
            </a:r>
            <a:r>
              <a:rPr b="0" lang="en-US" sz="2400" spc="-1" strike="noStrike">
                <a:solidFill>
                  <a:srgbClr val="000000"/>
                </a:solidFill>
                <a:latin typeface="Tahoma"/>
              </a:rPr>
              <a:t>: Even when Bayesian methods are computationally intractable, they can provide a standard of optimal decision making against which other methods can be measured</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Date Placeholder 6"/>
          <p:cNvSpPr/>
          <p:nvPr/>
        </p:nvSpPr>
        <p:spPr>
          <a:xfrm>
            <a:off x="406080" y="6477120"/>
            <a:ext cx="2536560" cy="37836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Tahoma"/>
              <a:ea typeface="DejaVu Sans"/>
            </a:endParaRPr>
          </a:p>
        </p:txBody>
      </p:sp>
      <p:sp>
        <p:nvSpPr>
          <p:cNvPr id="174" name="Footer Placeholder 6"/>
          <p:cNvSpPr/>
          <p:nvPr/>
        </p:nvSpPr>
        <p:spPr>
          <a:xfrm>
            <a:off x="4468680" y="6477120"/>
            <a:ext cx="3857400" cy="37836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Tahoma"/>
              <a:ea typeface="DejaVu Sans"/>
            </a:endParaRPr>
          </a:p>
        </p:txBody>
      </p:sp>
      <p:sp>
        <p:nvSpPr>
          <p:cNvPr id="175" name="Slide Number Placeholder 6"/>
          <p:cNvSpPr/>
          <p:nvPr/>
        </p:nvSpPr>
        <p:spPr>
          <a:xfrm>
            <a:off x="9648720" y="6477120"/>
            <a:ext cx="2536920" cy="378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65C2142-A8E5-46C3-9DA7-4D7EA9A1204B}" type="slidenum">
              <a:rPr b="0" lang="en-US" sz="1200" spc="-1" strike="noStrike">
                <a:solidFill>
                  <a:srgbClr val="000000"/>
                </a:solidFill>
                <a:latin typeface="Tahoma"/>
                <a:ea typeface="DejaVu Sans"/>
              </a:rPr>
              <a:t>14</a:t>
            </a:fld>
            <a:endParaRPr b="0" lang="en-US" sz="1200" spc="-1" strike="noStrike">
              <a:solidFill>
                <a:srgbClr val="000000"/>
              </a:solidFill>
              <a:latin typeface="Arial"/>
            </a:endParaRPr>
          </a:p>
        </p:txBody>
      </p:sp>
      <p:sp>
        <p:nvSpPr>
          <p:cNvPr id="176" name="PlaceHolder 1"/>
          <p:cNvSpPr>
            <a:spLocks noGrp="1"/>
          </p:cNvSpPr>
          <p:nvPr>
            <p:ph type="title"/>
          </p:nvPr>
        </p:nvSpPr>
        <p:spPr>
          <a:xfrm>
            <a:off x="811800" y="228240"/>
            <a:ext cx="10154880" cy="759600"/>
          </a:xfrm>
          <a:prstGeom prst="rect">
            <a:avLst/>
          </a:prstGeom>
          <a:noFill/>
          <a:ln w="0">
            <a:noFill/>
          </a:ln>
        </p:spPr>
        <p:txBody>
          <a:bodyPr lIns="91440" rIns="91440" tIns="45720" bIns="45720" anchor="b">
            <a:noAutofit/>
          </a:bodyPr>
          <a:p>
            <a:pPr indent="0" algn="ctr">
              <a:lnSpc>
                <a:spcPct val="100000"/>
              </a:lnSpc>
              <a:buNone/>
              <a:tabLst>
                <a:tab algn="l" pos="0"/>
              </a:tabLst>
            </a:pPr>
            <a:r>
              <a:rPr b="1" lang="en-US" sz="3600" spc="-1" strike="noStrike">
                <a:solidFill>
                  <a:srgbClr val="333399"/>
                </a:solidFill>
                <a:latin typeface="Tahoma"/>
              </a:rPr>
              <a:t>Bayesian Theorem: Basics</a:t>
            </a:r>
            <a:endParaRPr b="0" lang="en-US" sz="3600" spc="-1" strike="noStrike">
              <a:solidFill>
                <a:srgbClr val="000000"/>
              </a:solidFill>
              <a:latin typeface="Arial"/>
            </a:endParaRPr>
          </a:p>
        </p:txBody>
      </p:sp>
      <p:sp>
        <p:nvSpPr>
          <p:cNvPr id="177" name="PlaceHolder 2"/>
          <p:cNvSpPr>
            <a:spLocks noGrp="1"/>
          </p:cNvSpPr>
          <p:nvPr>
            <p:ph/>
          </p:nvPr>
        </p:nvSpPr>
        <p:spPr>
          <a:xfrm>
            <a:off x="406080" y="1447920"/>
            <a:ext cx="11475360" cy="5026680"/>
          </a:xfrm>
          <a:prstGeom prst="rect">
            <a:avLst/>
          </a:prstGeom>
          <a:noFill/>
          <a:ln w="0">
            <a:noFill/>
          </a:ln>
        </p:spPr>
        <p:txBody>
          <a:bodyPr lIns="91440" rIns="91440" tIns="45720" bIns="45720" anchor="t">
            <a:normAutofit fontScale="96666"/>
          </a:bodyPr>
          <a:p>
            <a:pPr marL="343080" indent="-343080">
              <a:lnSpc>
                <a:spcPct val="11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ahoma"/>
              </a:rPr>
              <a:t>Let </a:t>
            </a:r>
            <a:r>
              <a:rPr b="1" lang="en-US" sz="2400" spc="-1" strike="noStrike">
                <a:solidFill>
                  <a:srgbClr val="000000"/>
                </a:solidFill>
                <a:latin typeface="Tahoma"/>
              </a:rPr>
              <a:t>X</a:t>
            </a:r>
            <a:r>
              <a:rPr b="0" lang="en-US" sz="2400" spc="-1" strike="noStrike">
                <a:solidFill>
                  <a:srgbClr val="000000"/>
                </a:solidFill>
                <a:latin typeface="Tahoma"/>
              </a:rPr>
              <a:t> be a data sample (“</a:t>
            </a:r>
            <a:r>
              <a:rPr b="0" i="1" lang="en-US" sz="2400" spc="-1" strike="noStrike">
                <a:solidFill>
                  <a:srgbClr val="000000"/>
                </a:solidFill>
                <a:latin typeface="Tahoma"/>
              </a:rPr>
              <a:t>evidence</a:t>
            </a:r>
            <a:r>
              <a:rPr b="0" lang="en-US" sz="2400" spc="-1" strike="noStrike">
                <a:solidFill>
                  <a:srgbClr val="000000"/>
                </a:solidFill>
                <a:latin typeface="Tahoma"/>
              </a:rPr>
              <a:t>”): class label is unknown</a:t>
            </a:r>
            <a:endParaRPr b="0" lang="en-US" sz="2400" spc="-1" strike="noStrike">
              <a:solidFill>
                <a:srgbClr val="000000"/>
              </a:solidFill>
              <a:latin typeface="Arial"/>
            </a:endParaRPr>
          </a:p>
          <a:p>
            <a:pPr marL="343080" indent="-343080">
              <a:lnSpc>
                <a:spcPct val="11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ahoma"/>
              </a:rPr>
              <a:t>Let H be a </a:t>
            </a:r>
            <a:r>
              <a:rPr b="0" i="1" lang="en-US" sz="2400" spc="-1" strike="noStrike">
                <a:solidFill>
                  <a:srgbClr val="000000"/>
                </a:solidFill>
                <a:latin typeface="Tahoma"/>
              </a:rPr>
              <a:t>hypothesis</a:t>
            </a:r>
            <a:r>
              <a:rPr b="0" lang="en-US" sz="2400" spc="-1" strike="noStrike">
                <a:solidFill>
                  <a:srgbClr val="000000"/>
                </a:solidFill>
                <a:latin typeface="Tahoma"/>
              </a:rPr>
              <a:t> that X belongs to class C </a:t>
            </a:r>
            <a:endParaRPr b="0" lang="en-US" sz="2400" spc="-1" strike="noStrike">
              <a:solidFill>
                <a:srgbClr val="000000"/>
              </a:solidFill>
              <a:latin typeface="Arial"/>
            </a:endParaRPr>
          </a:p>
          <a:p>
            <a:pPr marL="343080" indent="-343080">
              <a:lnSpc>
                <a:spcPct val="11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ahoma"/>
              </a:rPr>
              <a:t>Classification is to determine P(H|</a:t>
            </a:r>
            <a:r>
              <a:rPr b="1" lang="en-US" sz="2400" spc="-1" strike="noStrike">
                <a:solidFill>
                  <a:srgbClr val="000000"/>
                </a:solidFill>
                <a:latin typeface="Tahoma"/>
              </a:rPr>
              <a:t>X</a:t>
            </a:r>
            <a:r>
              <a:rPr b="0" lang="en-US" sz="2400" spc="-1" strike="noStrike">
                <a:solidFill>
                  <a:srgbClr val="000000"/>
                </a:solidFill>
                <a:latin typeface="Tahoma"/>
              </a:rPr>
              <a:t>), the probability that the hypothesis holds given the observed data sample </a:t>
            </a:r>
            <a:r>
              <a:rPr b="1" lang="en-US" sz="2400" spc="-1" strike="noStrike">
                <a:solidFill>
                  <a:srgbClr val="000000"/>
                </a:solidFill>
                <a:latin typeface="Tahoma"/>
              </a:rPr>
              <a:t>X</a:t>
            </a:r>
            <a:endParaRPr b="0" lang="en-US" sz="2400" spc="-1" strike="noStrike">
              <a:solidFill>
                <a:srgbClr val="000000"/>
              </a:solidFill>
              <a:latin typeface="Arial"/>
            </a:endParaRPr>
          </a:p>
          <a:p>
            <a:pPr marL="343080" indent="-343080">
              <a:lnSpc>
                <a:spcPct val="11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ahoma"/>
              </a:rPr>
              <a:t>P(H) (</a:t>
            </a:r>
            <a:r>
              <a:rPr b="0" i="1" lang="en-US" sz="2400" spc="-1" strike="noStrike">
                <a:solidFill>
                  <a:srgbClr val="000000"/>
                </a:solidFill>
                <a:latin typeface="Tahoma"/>
              </a:rPr>
              <a:t>prior probability</a:t>
            </a:r>
            <a:r>
              <a:rPr b="0" lang="en-US" sz="2400" spc="-1" strike="noStrike">
                <a:solidFill>
                  <a:srgbClr val="000000"/>
                </a:solidFill>
                <a:latin typeface="Tahoma"/>
              </a:rPr>
              <a:t>), the initial probability</a:t>
            </a:r>
            <a:endParaRPr b="0" lang="en-US" sz="2400" spc="-1" strike="noStrike">
              <a:solidFill>
                <a:srgbClr val="000000"/>
              </a:solidFill>
              <a:latin typeface="Arial"/>
            </a:endParaRPr>
          </a:p>
          <a:p>
            <a:pPr lvl="1" marL="743040" indent="-285840">
              <a:lnSpc>
                <a:spcPct val="110000"/>
              </a:lnSpc>
              <a:spcBef>
                <a:spcPts val="601"/>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ahoma"/>
              </a:rPr>
              <a:t>E.g.,</a:t>
            </a:r>
            <a:r>
              <a:rPr b="1" lang="en-US" sz="2400" spc="-1" strike="noStrike">
                <a:solidFill>
                  <a:srgbClr val="000000"/>
                </a:solidFill>
                <a:latin typeface="Tahoma"/>
              </a:rPr>
              <a:t> X</a:t>
            </a:r>
            <a:r>
              <a:rPr b="0" lang="en-US" sz="2400" spc="-1" strike="noStrike">
                <a:solidFill>
                  <a:srgbClr val="000000"/>
                </a:solidFill>
                <a:latin typeface="Tahoma"/>
              </a:rPr>
              <a:t> will buy computer, regardless of age, income, …</a:t>
            </a:r>
            <a:endParaRPr b="0" lang="en-US" sz="2400" spc="-1" strike="noStrike">
              <a:solidFill>
                <a:srgbClr val="000000"/>
              </a:solidFill>
              <a:latin typeface="Arial"/>
            </a:endParaRPr>
          </a:p>
          <a:p>
            <a:pPr marL="343080" indent="-343080">
              <a:lnSpc>
                <a:spcPct val="11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ahoma"/>
              </a:rPr>
              <a:t>P(</a:t>
            </a:r>
            <a:r>
              <a:rPr b="1" lang="en-US" sz="2400" spc="-1" strike="noStrike">
                <a:solidFill>
                  <a:srgbClr val="000000"/>
                </a:solidFill>
                <a:latin typeface="Tahoma"/>
              </a:rPr>
              <a:t>X</a:t>
            </a:r>
            <a:r>
              <a:rPr b="0" lang="en-US" sz="2400" spc="-1" strike="noStrike">
                <a:solidFill>
                  <a:srgbClr val="000000"/>
                </a:solidFill>
                <a:latin typeface="Tahoma"/>
              </a:rPr>
              <a:t>): probability that sample data is observed</a:t>
            </a:r>
            <a:endParaRPr b="0" lang="en-US" sz="2400" spc="-1" strike="noStrike">
              <a:solidFill>
                <a:srgbClr val="000000"/>
              </a:solidFill>
              <a:latin typeface="Arial"/>
            </a:endParaRPr>
          </a:p>
          <a:p>
            <a:pPr marL="343080" indent="-343080">
              <a:lnSpc>
                <a:spcPct val="11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ahoma"/>
              </a:rPr>
              <a:t>P(</a:t>
            </a:r>
            <a:r>
              <a:rPr b="1" lang="en-US" sz="2400" spc="-1" strike="noStrike">
                <a:solidFill>
                  <a:srgbClr val="000000"/>
                </a:solidFill>
                <a:latin typeface="Tahoma"/>
              </a:rPr>
              <a:t>X</a:t>
            </a:r>
            <a:r>
              <a:rPr b="0" lang="en-US" sz="2400" spc="-1" strike="noStrike">
                <a:solidFill>
                  <a:srgbClr val="000000"/>
                </a:solidFill>
                <a:latin typeface="Tahoma"/>
              </a:rPr>
              <a:t>|H) , the probability of observing the sample </a:t>
            </a:r>
            <a:r>
              <a:rPr b="1" lang="en-US" sz="2400" spc="-1" strike="noStrike">
                <a:solidFill>
                  <a:srgbClr val="000000"/>
                </a:solidFill>
                <a:latin typeface="Tahoma"/>
              </a:rPr>
              <a:t>X</a:t>
            </a:r>
            <a:r>
              <a:rPr b="0" lang="en-US" sz="2400" spc="-1" strike="noStrike">
                <a:solidFill>
                  <a:srgbClr val="000000"/>
                </a:solidFill>
                <a:latin typeface="Tahoma"/>
              </a:rPr>
              <a:t>, given that the hypothesis holds</a:t>
            </a:r>
            <a:endParaRPr b="0" lang="en-US" sz="2400" spc="-1" strike="noStrike">
              <a:solidFill>
                <a:srgbClr val="000000"/>
              </a:solidFill>
              <a:latin typeface="Arial"/>
            </a:endParaRPr>
          </a:p>
          <a:p>
            <a:pPr lvl="1" marL="743040" indent="-285840">
              <a:lnSpc>
                <a:spcPct val="110000"/>
              </a:lnSpc>
              <a:spcBef>
                <a:spcPts val="601"/>
              </a:spcBef>
              <a:buClr>
                <a:srgbClr val="ff0000"/>
              </a:buClr>
              <a:buSzPct val="5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ahoma"/>
              </a:rPr>
              <a:t>E.g.,</a:t>
            </a:r>
            <a:r>
              <a:rPr b="1" lang="en-US" sz="2400" spc="-1" strike="noStrike">
                <a:solidFill>
                  <a:srgbClr val="000000"/>
                </a:solidFill>
                <a:latin typeface="Tahoma"/>
              </a:rPr>
              <a:t> </a:t>
            </a:r>
            <a:r>
              <a:rPr b="0" lang="en-US" sz="2400" spc="-1" strike="noStrike">
                <a:solidFill>
                  <a:srgbClr val="000000"/>
                </a:solidFill>
                <a:latin typeface="Tahoma"/>
              </a:rPr>
              <a:t>Given that</a:t>
            </a:r>
            <a:r>
              <a:rPr b="1" lang="en-US" sz="2400" spc="-1" strike="noStrike">
                <a:solidFill>
                  <a:srgbClr val="000000"/>
                </a:solidFill>
                <a:latin typeface="Tahoma"/>
              </a:rPr>
              <a:t> X</a:t>
            </a:r>
            <a:r>
              <a:rPr b="0" lang="en-US" sz="2400" spc="-1" strike="noStrike">
                <a:solidFill>
                  <a:srgbClr val="000000"/>
                </a:solidFill>
                <a:latin typeface="Tahoma"/>
              </a:rPr>
              <a:t> will buy computer, the prob. that X is 31..40, medium income</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Date Placeholder 7"/>
          <p:cNvSpPr/>
          <p:nvPr/>
        </p:nvSpPr>
        <p:spPr>
          <a:xfrm>
            <a:off x="406080" y="6477120"/>
            <a:ext cx="2536560" cy="37836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a typeface="DejaVu Sans"/>
            </a:endParaRPr>
          </a:p>
        </p:txBody>
      </p:sp>
      <p:sp>
        <p:nvSpPr>
          <p:cNvPr id="179" name="Footer Placeholder 7"/>
          <p:cNvSpPr/>
          <p:nvPr/>
        </p:nvSpPr>
        <p:spPr>
          <a:xfrm>
            <a:off x="4468680" y="6477120"/>
            <a:ext cx="3857400" cy="37836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a typeface="DejaVu Sans"/>
            </a:endParaRPr>
          </a:p>
        </p:txBody>
      </p:sp>
      <p:sp>
        <p:nvSpPr>
          <p:cNvPr id="180" name="Slide Number Placeholder 7"/>
          <p:cNvSpPr/>
          <p:nvPr/>
        </p:nvSpPr>
        <p:spPr>
          <a:xfrm>
            <a:off x="9648720" y="6477120"/>
            <a:ext cx="2536920" cy="378360"/>
          </a:xfrm>
          <a:prstGeom prst="rect">
            <a:avLst/>
          </a:prstGeom>
          <a:noFill/>
          <a:ln w="0">
            <a:noFill/>
          </a:ln>
        </p:spPr>
        <p:style>
          <a:lnRef idx="0"/>
          <a:fillRef idx="0"/>
          <a:effectRef idx="0"/>
          <a:fontRef idx="minor"/>
        </p:style>
        <p:txBody>
          <a:bodyPr lIns="90000" rIns="90000" tIns="46800" bIns="46800" anchor="b">
            <a:noAutofit/>
          </a:bodyPr>
          <a:p>
            <a:pPr marL="216000" indent="-216000" algn="r">
              <a:lnSpc>
                <a:spcPct val="100000"/>
              </a:lnSpc>
              <a:buClr>
                <a:srgbClr val="000000"/>
              </a:buClr>
              <a:buSzPct val="45000"/>
              <a:buFont typeface="Wingdings" charset="2"/>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87D7199-2AA1-4187-8CC4-4A20E0B7F3B1}" type="slidenum">
              <a:rPr b="0" lang="en-US" sz="1200" spc="-1" strike="noStrike">
                <a:solidFill>
                  <a:srgbClr val="000000"/>
                </a:solidFill>
                <a:latin typeface="Arial"/>
                <a:ea typeface="DejaVu Sans"/>
              </a:rPr>
              <a:t>15</a:t>
            </a:fld>
            <a:endParaRPr b="0" lang="en-US" sz="1200" spc="-1" strike="noStrike">
              <a:solidFill>
                <a:srgbClr val="000000"/>
              </a:solidFill>
              <a:latin typeface="Arial"/>
            </a:endParaRPr>
          </a:p>
        </p:txBody>
      </p:sp>
      <p:sp>
        <p:nvSpPr>
          <p:cNvPr id="181" name="PlaceHolder 1"/>
          <p:cNvSpPr>
            <a:spLocks noGrp="1"/>
          </p:cNvSpPr>
          <p:nvPr>
            <p:ph type="title"/>
          </p:nvPr>
        </p:nvSpPr>
        <p:spPr>
          <a:xfrm>
            <a:off x="2030400" y="380880"/>
            <a:ext cx="7818840" cy="607320"/>
          </a:xfrm>
          <a:prstGeom prst="rect">
            <a:avLst/>
          </a:prstGeom>
          <a:noFill/>
          <a:ln w="0">
            <a:noFill/>
          </a:ln>
        </p:spPr>
        <p:txBody>
          <a:bodyPr lIns="91440" rIns="91440" tIns="45720" bIns="45720" anchor="b">
            <a:noAutofit/>
          </a:bodyPr>
          <a:p>
            <a:pPr indent="0" algn="ctr">
              <a:lnSpc>
                <a:spcPct val="100000"/>
              </a:lnSpc>
              <a:buNone/>
              <a:tabLst>
                <a:tab algn="l" pos="0"/>
              </a:tabLst>
            </a:pPr>
            <a:r>
              <a:rPr b="1" lang="en-US" sz="3600" spc="-1" strike="noStrike">
                <a:solidFill>
                  <a:srgbClr val="333399"/>
                </a:solidFill>
                <a:latin typeface="Tahoma"/>
              </a:rPr>
              <a:t>Bayesian Theorem</a:t>
            </a:r>
            <a:endParaRPr b="0" lang="en-US" sz="3600" spc="-1" strike="noStrike">
              <a:solidFill>
                <a:srgbClr val="000000"/>
              </a:solidFill>
              <a:latin typeface="Arial"/>
            </a:endParaRPr>
          </a:p>
        </p:txBody>
      </p:sp>
      <p:sp>
        <p:nvSpPr>
          <p:cNvPr id="182" name="PlaceHolder 2"/>
          <p:cNvSpPr>
            <a:spLocks noGrp="1"/>
          </p:cNvSpPr>
          <p:nvPr>
            <p:ph/>
          </p:nvPr>
        </p:nvSpPr>
        <p:spPr>
          <a:xfrm>
            <a:off x="405720" y="1411920"/>
            <a:ext cx="11272320" cy="5026680"/>
          </a:xfrm>
          <a:prstGeom prst="rect">
            <a:avLst/>
          </a:prstGeom>
          <a:noFill/>
          <a:ln w="0">
            <a:noFill/>
          </a:ln>
        </p:spPr>
        <p:txBody>
          <a:bodyPr lIns="91440" rIns="91440" tIns="45720" bIns="45720" anchor="t">
            <a:normAutofit fontScale="96666"/>
          </a:bodyPr>
          <a:p>
            <a:pPr marL="343080" indent="-343080">
              <a:lnSpc>
                <a:spcPct val="12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ahoma"/>
              </a:rPr>
              <a:t>Given training data</a:t>
            </a:r>
            <a:r>
              <a:rPr b="0" i="1" lang="en-US" sz="2400" spc="-1" strike="noStrike">
                <a:solidFill>
                  <a:srgbClr val="000000"/>
                </a:solidFill>
                <a:latin typeface="Tahoma"/>
              </a:rPr>
              <a:t> </a:t>
            </a:r>
            <a:r>
              <a:rPr b="1" lang="en-US" sz="2400" spc="-1" strike="noStrike">
                <a:solidFill>
                  <a:srgbClr val="000000"/>
                </a:solidFill>
                <a:latin typeface="Tahoma"/>
              </a:rPr>
              <a:t>X</a:t>
            </a:r>
            <a:r>
              <a:rPr b="0" i="1" lang="en-US" sz="2400" spc="-1" strike="noStrike">
                <a:solidFill>
                  <a:srgbClr val="000000"/>
                </a:solidFill>
                <a:latin typeface="Tahoma"/>
              </a:rPr>
              <a:t>, posteriori probability of a hypothesis </a:t>
            </a:r>
            <a:r>
              <a:rPr b="0" lang="en-US" sz="2400" spc="-1" strike="noStrike">
                <a:solidFill>
                  <a:srgbClr val="000000"/>
                </a:solidFill>
                <a:latin typeface="Tahoma"/>
              </a:rPr>
              <a:t>H</a:t>
            </a:r>
            <a:r>
              <a:rPr b="0" i="1" lang="en-US" sz="2400" spc="-1" strike="noStrike">
                <a:solidFill>
                  <a:srgbClr val="000000"/>
                </a:solidFill>
                <a:latin typeface="Tahoma"/>
              </a:rPr>
              <a:t>, </a:t>
            </a:r>
            <a:r>
              <a:rPr b="0" lang="en-US" sz="2400" spc="-1" strike="noStrike">
                <a:solidFill>
                  <a:srgbClr val="000000"/>
                </a:solidFill>
                <a:latin typeface="Tahoma"/>
              </a:rPr>
              <a:t>P(H|</a:t>
            </a:r>
            <a:r>
              <a:rPr b="1" lang="en-US" sz="2400" spc="-1" strike="noStrike">
                <a:solidFill>
                  <a:srgbClr val="000000"/>
                </a:solidFill>
                <a:latin typeface="Tahoma"/>
              </a:rPr>
              <a:t>X</a:t>
            </a:r>
            <a:r>
              <a:rPr b="0" lang="en-US" sz="2400" spc="-1" strike="noStrike">
                <a:solidFill>
                  <a:srgbClr val="000000"/>
                </a:solidFill>
                <a:latin typeface="Tahoma"/>
              </a:rPr>
              <a:t>)</a:t>
            </a:r>
            <a:r>
              <a:rPr b="0" i="1" lang="en-US" sz="2400" spc="-1" strike="noStrike">
                <a:solidFill>
                  <a:srgbClr val="000000"/>
                </a:solidFill>
                <a:latin typeface="Tahoma"/>
              </a:rPr>
              <a:t>, </a:t>
            </a:r>
            <a:r>
              <a:rPr b="0" lang="en-US" sz="2400" spc="-1" strike="noStrike">
                <a:solidFill>
                  <a:srgbClr val="000000"/>
                </a:solidFill>
                <a:latin typeface="Tahoma"/>
              </a:rPr>
              <a:t>follows the Bayes theorem</a:t>
            </a:r>
            <a:endParaRPr b="0" lang="en-US" sz="2400" spc="-1" strike="noStrike">
              <a:solidFill>
                <a:srgbClr val="000000"/>
              </a:solidFill>
              <a:latin typeface="Arial"/>
            </a:endParaRPr>
          </a:p>
          <a:p>
            <a:pPr marL="343080" indent="-343080">
              <a:lnSpc>
                <a:spcPct val="120000"/>
              </a:lnSpc>
              <a:spcBef>
                <a:spcPts val="601"/>
              </a:spcBef>
              <a:buNone/>
              <a:tabLst>
                <a:tab algn="l" pos="0"/>
              </a:tabLst>
            </a:pPr>
            <a:r>
              <a:rPr b="0" lang="en-US" sz="2400" spc="-1" strike="noStrike">
                <a:solidFill>
                  <a:srgbClr val="000000"/>
                </a:solidFill>
                <a:latin typeface="Tahoma"/>
              </a:rPr>
              <a:t>	</a:t>
            </a:r>
            <a:r>
              <a:rPr b="0" lang="en-US" sz="2400" spc="-1" strike="noStrike">
                <a:solidFill>
                  <a:srgbClr val="000000"/>
                </a:solidFill>
                <a:latin typeface="Tahoma"/>
              </a:rPr>
              <a:t>	</a:t>
            </a:r>
            <a:r>
              <a:rPr b="0" lang="en-US" sz="2400" spc="-1" strike="noStrike">
                <a:solidFill>
                  <a:srgbClr val="000000"/>
                </a:solidFill>
                <a:latin typeface="Tahoma"/>
              </a:rPr>
              <a:t>	</a:t>
            </a:r>
            <a:endParaRPr b="0" lang="en-US" sz="2400" spc="-1" strike="noStrike">
              <a:solidFill>
                <a:srgbClr val="000000"/>
              </a:solidFill>
              <a:latin typeface="Arial"/>
            </a:endParaRPr>
          </a:p>
          <a:p>
            <a:pPr marL="343080" indent="0">
              <a:lnSpc>
                <a:spcPct val="120000"/>
              </a:lnSpc>
              <a:spcBef>
                <a:spcPts val="601"/>
              </a:spcBef>
              <a:buNone/>
              <a:tabLst>
                <a:tab algn="l" pos="0"/>
              </a:tabLst>
            </a:pPr>
            <a:endParaRPr b="0" lang="en-US" sz="2400" spc="-1" strike="noStrike">
              <a:solidFill>
                <a:srgbClr val="000000"/>
              </a:solidFill>
              <a:latin typeface="Arial"/>
            </a:endParaRPr>
          </a:p>
          <a:p>
            <a:pPr marL="343080" indent="-343080">
              <a:lnSpc>
                <a:spcPct val="12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ahoma"/>
              </a:rPr>
              <a:t>Informally, this can be written as </a:t>
            </a:r>
            <a:endParaRPr b="0" lang="en-US" sz="2400" spc="-1" strike="noStrike">
              <a:solidFill>
                <a:srgbClr val="000000"/>
              </a:solidFill>
              <a:latin typeface="Arial"/>
            </a:endParaRPr>
          </a:p>
          <a:p>
            <a:pPr marL="743040" indent="-285840">
              <a:lnSpc>
                <a:spcPct val="120000"/>
              </a:lnSpc>
              <a:spcBef>
                <a:spcPts val="601"/>
              </a:spcBef>
              <a:buNone/>
              <a:tabLst>
                <a:tab algn="l" pos="0"/>
              </a:tabLst>
            </a:pPr>
            <a:r>
              <a:rPr b="0" lang="en-US" sz="2400" spc="-1" strike="noStrike">
                <a:solidFill>
                  <a:srgbClr val="000000"/>
                </a:solidFill>
                <a:latin typeface="Tahoma"/>
              </a:rPr>
              <a:t>	</a:t>
            </a:r>
            <a:r>
              <a:rPr b="0" lang="en-US" sz="2400" spc="-1" strike="noStrike">
                <a:solidFill>
                  <a:srgbClr val="000000"/>
                </a:solidFill>
                <a:latin typeface="Tahoma"/>
              </a:rPr>
              <a:t>	</a:t>
            </a:r>
            <a:r>
              <a:rPr b="0" lang="en-US" sz="2400" spc="-1" strike="noStrike">
                <a:solidFill>
                  <a:srgbClr val="000000"/>
                </a:solidFill>
                <a:latin typeface="Tahoma"/>
              </a:rPr>
              <a:t>posteriori = likelihood x prior/evidence</a:t>
            </a:r>
            <a:endParaRPr b="0" lang="en-US" sz="2400" spc="-1" strike="noStrike">
              <a:solidFill>
                <a:srgbClr val="000000"/>
              </a:solidFill>
              <a:latin typeface="Arial"/>
            </a:endParaRPr>
          </a:p>
          <a:p>
            <a:pPr marL="343080" indent="-343080">
              <a:lnSpc>
                <a:spcPct val="12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ahoma"/>
              </a:rPr>
              <a:t>Predicts </a:t>
            </a:r>
            <a:r>
              <a:rPr b="1" lang="en-US" sz="2400" spc="-1" strike="noStrike">
                <a:solidFill>
                  <a:srgbClr val="000000"/>
                </a:solidFill>
                <a:latin typeface="Tahoma"/>
              </a:rPr>
              <a:t>X</a:t>
            </a:r>
            <a:r>
              <a:rPr b="0" lang="en-US" sz="2400" spc="-1" strike="noStrike">
                <a:solidFill>
                  <a:srgbClr val="000000"/>
                </a:solidFill>
                <a:latin typeface="Tahoma"/>
              </a:rPr>
              <a:t> belongs to C</a:t>
            </a:r>
            <a:r>
              <a:rPr b="0" lang="en-US" sz="2400" spc="-1" strike="noStrike" baseline="-25000">
                <a:solidFill>
                  <a:srgbClr val="000000"/>
                </a:solidFill>
                <a:latin typeface="Tahoma"/>
              </a:rPr>
              <a:t>2</a:t>
            </a:r>
            <a:r>
              <a:rPr b="0" lang="en-US" sz="2400" spc="-1" strike="noStrike">
                <a:solidFill>
                  <a:srgbClr val="000000"/>
                </a:solidFill>
                <a:latin typeface="Tahoma"/>
              </a:rPr>
              <a:t> iff the probability P(C</a:t>
            </a:r>
            <a:r>
              <a:rPr b="0" lang="en-US" sz="2400" spc="-1" strike="noStrike" baseline="-25000">
                <a:solidFill>
                  <a:srgbClr val="000000"/>
                </a:solidFill>
                <a:latin typeface="Tahoma"/>
              </a:rPr>
              <a:t>i</a:t>
            </a:r>
            <a:r>
              <a:rPr b="0" lang="en-US" sz="2400" spc="-1" strike="noStrike">
                <a:solidFill>
                  <a:srgbClr val="000000"/>
                </a:solidFill>
                <a:latin typeface="Tahoma"/>
              </a:rPr>
              <a:t>|</a:t>
            </a:r>
            <a:r>
              <a:rPr b="1" lang="en-US" sz="2400" spc="-1" strike="noStrike">
                <a:solidFill>
                  <a:srgbClr val="000000"/>
                </a:solidFill>
                <a:latin typeface="Tahoma"/>
              </a:rPr>
              <a:t>X</a:t>
            </a:r>
            <a:r>
              <a:rPr b="0" lang="en-US" sz="2400" spc="-1" strike="noStrike">
                <a:solidFill>
                  <a:srgbClr val="000000"/>
                </a:solidFill>
                <a:latin typeface="Tahoma"/>
              </a:rPr>
              <a:t>) is the highest among all the P(C</a:t>
            </a:r>
            <a:r>
              <a:rPr b="0" lang="en-US" sz="2400" spc="-1" strike="noStrike" baseline="-25000">
                <a:solidFill>
                  <a:srgbClr val="000000"/>
                </a:solidFill>
                <a:latin typeface="Tahoma"/>
              </a:rPr>
              <a:t>k</a:t>
            </a:r>
            <a:r>
              <a:rPr b="0" lang="en-US" sz="2400" spc="-1" strike="noStrike">
                <a:solidFill>
                  <a:srgbClr val="000000"/>
                </a:solidFill>
                <a:latin typeface="Tahoma"/>
              </a:rPr>
              <a:t>|X) for all the </a:t>
            </a:r>
            <a:r>
              <a:rPr b="0" i="1" lang="en-US" sz="2400" spc="-1" strike="noStrike">
                <a:solidFill>
                  <a:srgbClr val="000000"/>
                </a:solidFill>
                <a:latin typeface="Tahoma"/>
              </a:rPr>
              <a:t>k</a:t>
            </a:r>
            <a:r>
              <a:rPr b="0" lang="en-US" sz="2400" spc="-1" strike="noStrike">
                <a:solidFill>
                  <a:srgbClr val="000000"/>
                </a:solidFill>
                <a:latin typeface="Tahoma"/>
              </a:rPr>
              <a:t> classes</a:t>
            </a:r>
            <a:endParaRPr b="0" lang="en-US" sz="2400" spc="-1" strike="noStrike">
              <a:solidFill>
                <a:srgbClr val="000000"/>
              </a:solidFill>
              <a:latin typeface="Arial"/>
            </a:endParaRPr>
          </a:p>
          <a:p>
            <a:pPr marL="343080" indent="-343080">
              <a:lnSpc>
                <a:spcPct val="120000"/>
              </a:lnSpc>
              <a:spcBef>
                <a:spcPts val="601"/>
              </a:spcBef>
              <a:buClr>
                <a:srgbClr val="3333c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ahoma"/>
              </a:rPr>
              <a:t>Practical difficulty: require initial knowledge of many probabilities, significant computational cost</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609120" y="190440"/>
            <a:ext cx="10967040" cy="579600"/>
          </a:xfrm>
          <a:prstGeom prst="rect">
            <a:avLst/>
          </a:prstGeom>
          <a:noFill/>
          <a:ln w="9360">
            <a:noFill/>
          </a:ln>
        </p:spPr>
        <p:txBody>
          <a:bodyPr lIns="90000" rIns="90000" tIns="45000" bIns="45000" anchor="ctr">
            <a:noAutofit/>
          </a:bodyPr>
          <a:p>
            <a:pPr indent="0">
              <a:lnSpc>
                <a:spcPct val="100000"/>
              </a:lnSpc>
              <a:buNone/>
              <a:tabLst>
                <a:tab algn="l" pos="0"/>
              </a:tabLst>
            </a:pPr>
            <a:br>
              <a:rPr sz="3600"/>
            </a:br>
            <a:r>
              <a:rPr b="0" lang="en-US" sz="3600" spc="-1" strike="noStrike">
                <a:solidFill>
                  <a:schemeClr val="accent1"/>
                </a:solidFill>
                <a:latin typeface="Arial"/>
                <a:ea typeface="SimSun"/>
              </a:rPr>
              <a:t>Naive Bayes Classification</a:t>
            </a:r>
            <a:br>
              <a:rPr sz="3600"/>
            </a:br>
            <a:endParaRPr b="0" lang="en-US" sz="3600" spc="-1" strike="noStrike">
              <a:solidFill>
                <a:srgbClr val="000000"/>
              </a:solidFill>
              <a:latin typeface="Arial"/>
            </a:endParaRPr>
          </a:p>
        </p:txBody>
      </p:sp>
      <p:sp>
        <p:nvSpPr>
          <p:cNvPr id="184" name="PlaceHolder 2"/>
          <p:cNvSpPr>
            <a:spLocks noGrp="1"/>
          </p:cNvSpPr>
          <p:nvPr>
            <p:ph/>
          </p:nvPr>
        </p:nvSpPr>
        <p:spPr>
          <a:xfrm>
            <a:off x="609120" y="1174680"/>
            <a:ext cx="10967040" cy="4950000"/>
          </a:xfrm>
          <a:prstGeom prst="rect">
            <a:avLst/>
          </a:prstGeom>
          <a:noFill/>
          <a:ln w="9360">
            <a:noFill/>
          </a:ln>
        </p:spPr>
        <p:txBody>
          <a:bodyPr lIns="90000" rIns="90000" tIns="45000" bIns="45000" anchor="t">
            <a:noAutofit/>
          </a:bodyPr>
          <a:p>
            <a:pPr marL="343080" indent="-34308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Let D be a training set of tuples and their associated class labels. </a:t>
            </a:r>
            <a:endParaRPr b="0" lang="en-US" sz="2800" spc="-1" strike="noStrike">
              <a:solidFill>
                <a:srgbClr val="000000"/>
              </a:solidFill>
              <a:latin typeface="Arial"/>
            </a:endParaRPr>
          </a:p>
          <a:p>
            <a:pPr indent="0">
              <a:lnSpc>
                <a:spcPct val="100000"/>
              </a:lnSpc>
              <a:spcBef>
                <a:spcPts val="561"/>
              </a:spcBef>
              <a:buNone/>
              <a:tabLst>
                <a:tab algn="l" pos="0"/>
              </a:tabLst>
            </a:pPr>
            <a:endParaRPr b="0" lang="en-US" sz="2800" spc="-1" strike="noStrike">
              <a:solidFill>
                <a:srgbClr val="000000"/>
              </a:solidFill>
              <a:latin typeface="Arial"/>
            </a:endParaRPr>
          </a:p>
          <a:p>
            <a:pPr marL="343080" indent="-343080">
              <a:lnSpc>
                <a:spcPct val="100000"/>
              </a:lnSpc>
              <a:spcBef>
                <a:spcPts val="561"/>
              </a:spcBef>
              <a:buClr>
                <a:srgbClr val="000000"/>
              </a:buClr>
              <a:buFont typeface="Symbol" charset="2"/>
              <a:buChar char=""/>
              <a:tabLst>
                <a:tab algn="l" pos="0"/>
              </a:tabLst>
            </a:pPr>
            <a:r>
              <a:rPr b="0" lang="en-US" sz="2800" spc="-1" strike="noStrike">
                <a:solidFill>
                  <a:schemeClr val="dk1"/>
                </a:solidFill>
                <a:latin typeface="Arial"/>
                <a:ea typeface="SimSun"/>
              </a:rPr>
              <a:t>Tuple is represented by an n-dimensional attribute vector, </a:t>
            </a:r>
            <a:endParaRPr b="0" lang="en-US" sz="2800" spc="-1" strike="noStrike">
              <a:solidFill>
                <a:srgbClr val="000000"/>
              </a:solidFill>
              <a:latin typeface="Arial"/>
            </a:endParaRPr>
          </a:p>
          <a:p>
            <a:pPr indent="0">
              <a:lnSpc>
                <a:spcPct val="100000"/>
              </a:lnSpc>
              <a:spcBef>
                <a:spcPts val="561"/>
              </a:spcBef>
              <a:buNone/>
              <a:tabLst>
                <a:tab algn="l" pos="0"/>
              </a:tabLst>
            </a:pPr>
            <a:r>
              <a:rPr b="0" lang="en-US" sz="2800" spc="-1" strike="noStrike">
                <a:solidFill>
                  <a:schemeClr val="dk1"/>
                </a:solidFill>
                <a:latin typeface="Arial"/>
                <a:ea typeface="SimSun"/>
              </a:rPr>
              <a:t>     </a:t>
            </a:r>
            <a:r>
              <a:rPr b="0" lang="en-US" sz="2800" spc="-1" strike="noStrike">
                <a:solidFill>
                  <a:schemeClr val="dk1"/>
                </a:solidFill>
                <a:latin typeface="Arial"/>
                <a:ea typeface="SimSun"/>
              </a:rPr>
              <a:t>X = (x1, x2,..., xn), </a:t>
            </a:r>
            <a:endParaRPr b="0" lang="en-US" sz="2800" spc="-1" strike="noStrike">
              <a:solidFill>
                <a:srgbClr val="000000"/>
              </a:solidFill>
              <a:latin typeface="Arial"/>
            </a:endParaRPr>
          </a:p>
          <a:p>
            <a:pPr indent="0">
              <a:lnSpc>
                <a:spcPct val="100000"/>
              </a:lnSpc>
              <a:spcBef>
                <a:spcPts val="561"/>
              </a:spcBef>
              <a:buNone/>
              <a:tabLst>
                <a:tab algn="l" pos="0"/>
              </a:tabLst>
            </a:pPr>
            <a:endParaRPr b="0" lang="en-US" sz="2800" spc="-1" strike="noStrike">
              <a:solidFill>
                <a:srgbClr val="000000"/>
              </a:solidFill>
              <a:latin typeface="Arial"/>
            </a:endParaRPr>
          </a:p>
          <a:p>
            <a:pPr marL="343080" indent="-343080">
              <a:lnSpc>
                <a:spcPct val="100000"/>
              </a:lnSpc>
              <a:spcBef>
                <a:spcPts val="561"/>
              </a:spcBef>
              <a:buClr>
                <a:srgbClr val="000000"/>
              </a:buClr>
              <a:buFont typeface="Symbol" charset="2"/>
              <a:buChar char=""/>
              <a:tabLst>
                <a:tab algn="l" pos="0"/>
              </a:tabLst>
            </a:pPr>
            <a:r>
              <a:rPr b="0" lang="en-US" sz="2800" spc="-1" strike="noStrike">
                <a:solidFill>
                  <a:schemeClr val="dk1"/>
                </a:solidFill>
                <a:latin typeface="Arial"/>
                <a:ea typeface="SimSun"/>
              </a:rPr>
              <a:t>Measurements made on the tuple from n attributes, respectively, A1, A2,..., An</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title"/>
          </p:nvPr>
        </p:nvSpPr>
        <p:spPr>
          <a:xfrm>
            <a:off x="609120" y="190440"/>
            <a:ext cx="10967040" cy="579600"/>
          </a:xfrm>
          <a:prstGeom prst="rect">
            <a:avLst/>
          </a:prstGeom>
          <a:noFill/>
          <a:ln w="9360">
            <a:noFill/>
          </a:ln>
        </p:spPr>
        <p:txBody>
          <a:bodyPr lIns="90000" rIns="90000" tIns="45000" bIns="45000" anchor="ctr">
            <a:noAutofit/>
          </a:bodyPr>
          <a:p>
            <a:pPr indent="0">
              <a:lnSpc>
                <a:spcPct val="100000"/>
              </a:lnSpc>
              <a:buNone/>
              <a:tabLst>
                <a:tab algn="l" pos="0"/>
              </a:tabLst>
            </a:pPr>
            <a:r>
              <a:rPr b="0" lang="en-US" sz="3600" spc="-1" strike="noStrike">
                <a:solidFill>
                  <a:schemeClr val="accent1"/>
                </a:solidFill>
                <a:latin typeface="Arial"/>
                <a:ea typeface="SimSun"/>
              </a:rPr>
              <a:t>Naive Bayes Classification</a:t>
            </a:r>
            <a:endParaRPr b="0" lang="en-US" sz="3600" spc="-1" strike="noStrike">
              <a:solidFill>
                <a:srgbClr val="000000"/>
              </a:solidFill>
              <a:latin typeface="Arial"/>
            </a:endParaRPr>
          </a:p>
        </p:txBody>
      </p:sp>
      <p:sp>
        <p:nvSpPr>
          <p:cNvPr id="186" name="PlaceHolder 2"/>
          <p:cNvSpPr>
            <a:spLocks noGrp="1"/>
          </p:cNvSpPr>
          <p:nvPr>
            <p:ph/>
          </p:nvPr>
        </p:nvSpPr>
        <p:spPr>
          <a:xfrm>
            <a:off x="609120" y="772920"/>
            <a:ext cx="10967040" cy="5352120"/>
          </a:xfrm>
          <a:prstGeom prst="rect">
            <a:avLst/>
          </a:prstGeom>
          <a:noFill/>
          <a:ln w="9360">
            <a:noFill/>
          </a:ln>
        </p:spPr>
        <p:txBody>
          <a:bodyPr lIns="90000" rIns="90000" tIns="45000" bIns="45000" anchor="t">
            <a:noAutofit/>
          </a:bodyPr>
          <a:p>
            <a:pPr marL="343080" indent="-34308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Naïve Bayesian classifier predicts that tuple X belongs to the class C</a:t>
            </a:r>
            <a:r>
              <a:rPr b="0" lang="en-US" sz="2800" spc="-1" strike="noStrike" baseline="-25000">
                <a:solidFill>
                  <a:schemeClr val="dk1"/>
                </a:solidFill>
                <a:latin typeface="Arial"/>
                <a:ea typeface="SimSun"/>
              </a:rPr>
              <a:t>i</a:t>
            </a:r>
            <a:r>
              <a:rPr b="0" lang="en-US" sz="2800" spc="-1" strike="noStrike">
                <a:solidFill>
                  <a:schemeClr val="dk1"/>
                </a:solidFill>
                <a:latin typeface="Arial"/>
                <a:ea typeface="SimSun"/>
              </a:rPr>
              <a:t>, if and only if</a:t>
            </a:r>
            <a:endParaRPr b="0" lang="en-US" sz="2800" spc="-1" strike="noStrike">
              <a:solidFill>
                <a:srgbClr val="000000"/>
              </a:solidFill>
              <a:latin typeface="Arial"/>
            </a:endParaRPr>
          </a:p>
          <a:p>
            <a:pPr indent="0">
              <a:lnSpc>
                <a:spcPct val="100000"/>
              </a:lnSpc>
              <a:spcBef>
                <a:spcPts val="561"/>
              </a:spcBef>
              <a:buNone/>
              <a:tabLst>
                <a:tab algn="l" pos="0"/>
              </a:tabLst>
            </a:pPr>
            <a:endParaRPr b="0" lang="en-US" sz="2800" spc="-1" strike="noStrike">
              <a:solidFill>
                <a:srgbClr val="000000"/>
              </a:solidFill>
              <a:latin typeface="Arial"/>
            </a:endParaRPr>
          </a:p>
          <a:p>
            <a:pPr indent="0">
              <a:lnSpc>
                <a:spcPct val="100000"/>
              </a:lnSpc>
              <a:spcBef>
                <a:spcPts val="561"/>
              </a:spcBef>
              <a:buNone/>
              <a:tabLst>
                <a:tab algn="l" pos="0"/>
              </a:tabLst>
            </a:pPr>
            <a:r>
              <a:rPr b="0" lang="en-US" sz="2800" spc="-1" strike="noStrike">
                <a:solidFill>
                  <a:schemeClr val="dk1"/>
                </a:solidFill>
                <a:latin typeface="Arial"/>
                <a:ea typeface="SimSun"/>
              </a:rPr>
              <a:t>  </a:t>
            </a:r>
            <a:endParaRPr b="0" lang="en-US" sz="2800" spc="-1" strike="noStrike">
              <a:solidFill>
                <a:srgbClr val="000000"/>
              </a:solidFill>
              <a:latin typeface="Arial"/>
            </a:endParaRPr>
          </a:p>
          <a:p>
            <a:pPr indent="0">
              <a:lnSpc>
                <a:spcPct val="100000"/>
              </a:lnSpc>
              <a:spcBef>
                <a:spcPts val="561"/>
              </a:spcBef>
              <a:buNone/>
              <a:tabLst>
                <a:tab algn="l" pos="0"/>
              </a:tabLst>
            </a:pPr>
            <a:endParaRPr b="0" lang="en-US" sz="2800" spc="-1" strike="noStrike">
              <a:solidFill>
                <a:srgbClr val="000000"/>
              </a:solidFill>
              <a:latin typeface="Arial"/>
            </a:endParaRPr>
          </a:p>
          <a:p>
            <a:pPr indent="0">
              <a:lnSpc>
                <a:spcPct val="100000"/>
              </a:lnSpc>
              <a:spcBef>
                <a:spcPts val="561"/>
              </a:spcBef>
              <a:buNone/>
              <a:tabLst>
                <a:tab algn="l" pos="0"/>
              </a:tabLst>
            </a:pPr>
            <a:r>
              <a:rPr b="0" lang="en-US" sz="2800" spc="-1" strike="noStrike">
                <a:solidFill>
                  <a:schemeClr val="dk1"/>
                </a:solidFill>
                <a:latin typeface="Arial"/>
                <a:ea typeface="SimSun"/>
              </a:rPr>
              <a:t>  </a:t>
            </a:r>
            <a:r>
              <a:rPr b="0" lang="en-US" sz="2800" spc="-1" strike="noStrike">
                <a:solidFill>
                  <a:schemeClr val="dk1"/>
                </a:solidFill>
                <a:latin typeface="Arial"/>
                <a:ea typeface="SimSun"/>
              </a:rPr>
              <a:t>Bayes’ theorem</a:t>
            </a:r>
            <a:endParaRPr b="0" lang="en-US" sz="2800" spc="-1" strike="noStrike">
              <a:solidFill>
                <a:srgbClr val="000000"/>
              </a:solidFill>
              <a:latin typeface="Arial"/>
            </a:endParaRPr>
          </a:p>
          <a:p>
            <a:pPr indent="0">
              <a:lnSpc>
                <a:spcPct val="100000"/>
              </a:lnSpc>
              <a:spcBef>
                <a:spcPts val="561"/>
              </a:spcBef>
              <a:buNone/>
              <a:tabLst>
                <a:tab algn="l" pos="0"/>
              </a:tabLst>
            </a:pPr>
            <a:endParaRPr b="0" lang="en-US" sz="2800" spc="-1" strike="noStrike">
              <a:solidFill>
                <a:srgbClr val="000000"/>
              </a:solidFill>
              <a:latin typeface="Arial"/>
            </a:endParaRPr>
          </a:p>
          <a:p>
            <a:pPr indent="0">
              <a:lnSpc>
                <a:spcPct val="100000"/>
              </a:lnSpc>
              <a:spcBef>
                <a:spcPts val="561"/>
              </a:spcBef>
              <a:buNone/>
              <a:tabLst>
                <a:tab algn="l" pos="0"/>
              </a:tabLst>
            </a:pPr>
            <a:endParaRPr b="0" lang="en-US" sz="2800" spc="-1" strike="noStrike">
              <a:solidFill>
                <a:srgbClr val="000000"/>
              </a:solidFill>
              <a:latin typeface="Arial"/>
            </a:endParaRPr>
          </a:p>
          <a:p>
            <a:pPr indent="0">
              <a:lnSpc>
                <a:spcPct val="100000"/>
              </a:lnSpc>
              <a:spcBef>
                <a:spcPts val="561"/>
              </a:spcBef>
              <a:buNone/>
              <a:tabLst>
                <a:tab algn="l" pos="0"/>
              </a:tabLst>
            </a:pPr>
            <a:endParaRPr b="0" lang="en-US" sz="2800" spc="-1" strike="noStrike">
              <a:solidFill>
                <a:srgbClr val="000000"/>
              </a:solidFill>
              <a:latin typeface="Arial"/>
            </a:endParaRPr>
          </a:p>
        </p:txBody>
      </p:sp>
      <p:pic>
        <p:nvPicPr>
          <p:cNvPr id="187" name="Picture 5" descr=""/>
          <p:cNvPicPr/>
          <p:nvPr/>
        </p:nvPicPr>
        <p:blipFill>
          <a:blip r:embed="rId1"/>
          <a:stretch/>
        </p:blipFill>
        <p:spPr>
          <a:xfrm>
            <a:off x="1071000" y="4025160"/>
            <a:ext cx="4948560" cy="1133280"/>
          </a:xfrm>
          <a:prstGeom prst="rect">
            <a:avLst/>
          </a:prstGeom>
          <a:ln w="0">
            <a:noFill/>
          </a:ln>
        </p:spPr>
      </p:pic>
      <p:pic>
        <p:nvPicPr>
          <p:cNvPr id="188" name="Picture 6" descr=""/>
          <p:cNvPicPr/>
          <p:nvPr/>
        </p:nvPicPr>
        <p:blipFill>
          <a:blip r:embed="rId2"/>
          <a:stretch/>
        </p:blipFill>
        <p:spPr>
          <a:xfrm>
            <a:off x="1071000" y="1862280"/>
            <a:ext cx="6950520" cy="850680"/>
          </a:xfrm>
          <a:prstGeom prst="rect">
            <a:avLst/>
          </a:prstGeom>
          <a:ln w="0">
            <a:noFill/>
          </a:ln>
        </p:spPr>
      </p:pic>
      <p:pic>
        <p:nvPicPr>
          <p:cNvPr id="189" name="Picture 7" descr=""/>
          <p:cNvPicPr/>
          <p:nvPr/>
        </p:nvPicPr>
        <p:blipFill>
          <a:blip r:embed="rId3"/>
          <a:stretch/>
        </p:blipFill>
        <p:spPr>
          <a:xfrm>
            <a:off x="6344280" y="3550320"/>
            <a:ext cx="5597640" cy="173124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609120" y="190440"/>
            <a:ext cx="10967040" cy="579600"/>
          </a:xfrm>
          <a:prstGeom prst="rect">
            <a:avLst/>
          </a:prstGeom>
          <a:noFill/>
          <a:ln w="9360">
            <a:noFill/>
          </a:ln>
        </p:spPr>
        <p:txBody>
          <a:bodyPr lIns="90000" rIns="90000" tIns="45000" bIns="45000" anchor="ctr">
            <a:noAutofit/>
          </a:bodyPr>
          <a:p>
            <a:pPr indent="0">
              <a:lnSpc>
                <a:spcPct val="100000"/>
              </a:lnSpc>
              <a:buNone/>
              <a:tabLst>
                <a:tab algn="l" pos="0"/>
              </a:tabLst>
            </a:pPr>
            <a:r>
              <a:rPr b="0" lang="en-US" sz="3600" spc="-1" strike="noStrike">
                <a:solidFill>
                  <a:schemeClr val="accent1"/>
                </a:solidFill>
                <a:latin typeface="Arial"/>
                <a:ea typeface="SimSun"/>
              </a:rPr>
              <a:t>Naive Bayes - Example</a:t>
            </a:r>
            <a:endParaRPr b="0" lang="en-US" sz="3600" spc="-1" strike="noStrike">
              <a:solidFill>
                <a:srgbClr val="000000"/>
              </a:solidFill>
              <a:latin typeface="Arial"/>
            </a:endParaRPr>
          </a:p>
        </p:txBody>
      </p:sp>
      <p:pic>
        <p:nvPicPr>
          <p:cNvPr id="191" name="Picture 1" descr=""/>
          <p:cNvPicPr/>
          <p:nvPr/>
        </p:nvPicPr>
        <p:blipFill>
          <a:blip r:embed="rId1"/>
          <a:stretch/>
        </p:blipFill>
        <p:spPr>
          <a:xfrm>
            <a:off x="457200" y="0"/>
            <a:ext cx="11428560" cy="7109640"/>
          </a:xfrm>
          <a:prstGeom prst="rect">
            <a:avLst/>
          </a:prstGeom>
          <a:ln w="9525">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609120" y="190440"/>
            <a:ext cx="10967040" cy="579600"/>
          </a:xfrm>
          <a:prstGeom prst="rect">
            <a:avLst/>
          </a:prstGeom>
          <a:noFill/>
          <a:ln w="9360">
            <a:noFill/>
          </a:ln>
        </p:spPr>
        <p:txBody>
          <a:bodyPr lIns="90000" rIns="90000" tIns="45000" bIns="45000" anchor="ctr">
            <a:noAutofit/>
          </a:bodyPr>
          <a:p>
            <a:pPr indent="0" algn="ctr">
              <a:buNone/>
            </a:pPr>
            <a:endParaRPr b="0" lang="en-US" sz="1800" spc="-1" strike="noStrike">
              <a:solidFill>
                <a:srgbClr val="000000"/>
              </a:solidFill>
              <a:latin typeface="Arial"/>
            </a:endParaRPr>
          </a:p>
        </p:txBody>
      </p:sp>
      <p:sp>
        <p:nvSpPr>
          <p:cNvPr id="193" name="PlaceHolder 2"/>
          <p:cNvSpPr>
            <a:spLocks noGrp="1"/>
          </p:cNvSpPr>
          <p:nvPr>
            <p:ph/>
          </p:nvPr>
        </p:nvSpPr>
        <p:spPr>
          <a:xfrm>
            <a:off x="609120" y="891000"/>
            <a:ext cx="10967040" cy="5234040"/>
          </a:xfrm>
          <a:prstGeom prst="rect">
            <a:avLst/>
          </a:prstGeom>
          <a:noFill/>
          <a:ln w="9360">
            <a:noFill/>
          </a:ln>
        </p:spPr>
        <p:txBody>
          <a:bodyPr lIns="90000" rIns="90000" tIns="45000" bIns="45000" anchor="t">
            <a:noAutofit/>
          </a:bodyPr>
          <a:p>
            <a:pPr marL="343080" indent="-34308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Classify the following x,</a:t>
            </a:r>
            <a:endParaRPr b="0" lang="en-US" sz="2800" spc="-1" strike="noStrike">
              <a:solidFill>
                <a:srgbClr val="000000"/>
              </a:solidFill>
              <a:latin typeface="Arial"/>
            </a:endParaRPr>
          </a:p>
          <a:p>
            <a:pPr indent="0">
              <a:lnSpc>
                <a:spcPct val="100000"/>
              </a:lnSpc>
              <a:spcBef>
                <a:spcPts val="641"/>
              </a:spcBef>
              <a:buNone/>
              <a:tabLst>
                <a:tab algn="l" pos="0"/>
              </a:tabLst>
            </a:pPr>
            <a:endParaRPr b="0" lang="en-US" sz="3200" spc="-1" strike="noStrike">
              <a:solidFill>
                <a:srgbClr val="000000"/>
              </a:solidFill>
              <a:latin typeface="Arial"/>
            </a:endParaRPr>
          </a:p>
          <a:p>
            <a:pPr indent="0">
              <a:lnSpc>
                <a:spcPct val="100000"/>
              </a:lnSpc>
              <a:spcBef>
                <a:spcPts val="641"/>
              </a:spcBef>
              <a:buNone/>
              <a:tabLst>
                <a:tab algn="l" pos="0"/>
              </a:tabLst>
            </a:pPr>
            <a:endParaRPr b="0" lang="en-US" sz="3200" spc="-1" strike="noStrike">
              <a:solidFill>
                <a:srgbClr val="000000"/>
              </a:solidFill>
              <a:latin typeface="Arial"/>
            </a:endParaRPr>
          </a:p>
          <a:p>
            <a:pPr indent="0">
              <a:lnSpc>
                <a:spcPct val="100000"/>
              </a:lnSpc>
              <a:spcBef>
                <a:spcPts val="561"/>
              </a:spcBef>
              <a:buNone/>
              <a:tabLst>
                <a:tab algn="l" pos="0"/>
              </a:tabLst>
            </a:pPr>
            <a:endParaRPr b="0" lang="en-US" sz="2800" spc="-1" strike="noStrike">
              <a:solidFill>
                <a:srgbClr val="000000"/>
              </a:solidFill>
              <a:latin typeface="Arial"/>
            </a:endParaRPr>
          </a:p>
          <a:p>
            <a:pPr marL="343080" indent="-343080">
              <a:lnSpc>
                <a:spcPct val="100000"/>
              </a:lnSpc>
              <a:spcBef>
                <a:spcPts val="561"/>
              </a:spcBef>
              <a:buClr>
                <a:srgbClr val="000000"/>
              </a:buClr>
              <a:buFont typeface="Symbol" charset="2"/>
              <a:buChar char=""/>
              <a:tabLst>
                <a:tab algn="l" pos="0"/>
              </a:tabLst>
            </a:pPr>
            <a:r>
              <a:rPr b="0" lang="en-US" sz="2800" spc="-1" strike="noStrike">
                <a:solidFill>
                  <a:schemeClr val="dk1"/>
                </a:solidFill>
                <a:latin typeface="Arial"/>
                <a:ea typeface="SimSun"/>
              </a:rPr>
              <a:t>Prior probability</a:t>
            </a:r>
            <a:endParaRPr b="0" lang="en-US" sz="2800" spc="-1" strike="noStrike">
              <a:solidFill>
                <a:srgbClr val="000000"/>
              </a:solidFill>
              <a:latin typeface="Arial"/>
            </a:endParaRPr>
          </a:p>
          <a:p>
            <a:pPr indent="0">
              <a:lnSpc>
                <a:spcPct val="100000"/>
              </a:lnSpc>
              <a:spcBef>
                <a:spcPts val="561"/>
              </a:spcBef>
              <a:buNone/>
              <a:tabLst>
                <a:tab algn="l" pos="0"/>
              </a:tabLst>
            </a:pPr>
            <a:endParaRPr b="0" lang="en-US" sz="2800" spc="-1" strike="noStrike">
              <a:solidFill>
                <a:srgbClr val="000000"/>
              </a:solidFill>
              <a:latin typeface="Arial"/>
            </a:endParaRPr>
          </a:p>
          <a:p>
            <a:pPr indent="0">
              <a:lnSpc>
                <a:spcPct val="100000"/>
              </a:lnSpc>
              <a:spcBef>
                <a:spcPts val="479"/>
              </a:spcBef>
              <a:buNone/>
              <a:tabLst>
                <a:tab algn="l" pos="0"/>
              </a:tabLst>
            </a:pPr>
            <a:r>
              <a:rPr b="0" lang="en-US" sz="2400" spc="-1" strike="noStrike">
                <a:solidFill>
                  <a:schemeClr val="dk1"/>
                </a:solidFill>
                <a:latin typeface="Arial"/>
                <a:ea typeface="SimSun"/>
              </a:rPr>
              <a:t>P(buys computer = yes) = 9/14 = 0.643</a:t>
            </a:r>
            <a:endParaRPr b="0" lang="en-US" sz="2400" spc="-1" strike="noStrike">
              <a:solidFill>
                <a:srgbClr val="000000"/>
              </a:solidFill>
              <a:latin typeface="Arial"/>
            </a:endParaRPr>
          </a:p>
          <a:p>
            <a:pPr indent="0">
              <a:lnSpc>
                <a:spcPct val="100000"/>
              </a:lnSpc>
              <a:spcBef>
                <a:spcPts val="479"/>
              </a:spcBef>
              <a:buNone/>
              <a:tabLst>
                <a:tab algn="l" pos="0"/>
              </a:tabLst>
            </a:pPr>
            <a:endParaRPr b="0" lang="en-US" sz="2400" spc="-1" strike="noStrike">
              <a:solidFill>
                <a:srgbClr val="000000"/>
              </a:solidFill>
              <a:latin typeface="Arial"/>
            </a:endParaRPr>
          </a:p>
          <a:p>
            <a:pPr indent="0">
              <a:lnSpc>
                <a:spcPct val="100000"/>
              </a:lnSpc>
              <a:spcBef>
                <a:spcPts val="479"/>
              </a:spcBef>
              <a:buNone/>
              <a:tabLst>
                <a:tab algn="l" pos="0"/>
              </a:tabLst>
            </a:pPr>
            <a:r>
              <a:rPr b="0" lang="en-US" sz="2400" spc="-1" strike="noStrike">
                <a:solidFill>
                  <a:schemeClr val="dk1"/>
                </a:solidFill>
                <a:latin typeface="Arial"/>
                <a:ea typeface="SimSun"/>
              </a:rPr>
              <a:t>P(buys computer = no) = 5/14 = 0.357</a:t>
            </a:r>
            <a:endParaRPr b="0" lang="en-US" sz="2400" spc="-1" strike="noStrike">
              <a:solidFill>
                <a:srgbClr val="000000"/>
              </a:solidFill>
              <a:latin typeface="Arial"/>
            </a:endParaRPr>
          </a:p>
          <a:p>
            <a:pPr indent="0">
              <a:lnSpc>
                <a:spcPct val="100000"/>
              </a:lnSpc>
              <a:spcBef>
                <a:spcPts val="479"/>
              </a:spcBef>
              <a:buNone/>
              <a:tabLst>
                <a:tab algn="l" pos="0"/>
              </a:tabLst>
            </a:pPr>
            <a:endParaRPr b="0" lang="en-US" sz="2400" spc="-1" strike="noStrike">
              <a:solidFill>
                <a:srgbClr val="000000"/>
              </a:solidFill>
              <a:latin typeface="Arial"/>
            </a:endParaRPr>
          </a:p>
        </p:txBody>
      </p:sp>
      <p:pic>
        <p:nvPicPr>
          <p:cNvPr id="194" name="Picture 15" descr=""/>
          <p:cNvPicPr/>
          <p:nvPr/>
        </p:nvPicPr>
        <p:blipFill>
          <a:blip r:embed="rId1"/>
          <a:stretch/>
        </p:blipFill>
        <p:spPr>
          <a:xfrm>
            <a:off x="1210680" y="1674000"/>
            <a:ext cx="8389080" cy="53496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title"/>
          </p:nvPr>
        </p:nvSpPr>
        <p:spPr>
          <a:xfrm>
            <a:off x="609120" y="190440"/>
            <a:ext cx="10967040" cy="579600"/>
          </a:xfrm>
          <a:prstGeom prst="rect">
            <a:avLst/>
          </a:prstGeom>
          <a:noFill/>
          <a:ln w="9360">
            <a:noFill/>
          </a:ln>
        </p:spPr>
        <p:txBody>
          <a:bodyPr lIns="90000" rIns="90000" tIns="45000" bIns="45000" anchor="ctr">
            <a:noAutofit/>
          </a:bodyPr>
          <a:p>
            <a:pPr indent="0">
              <a:lnSpc>
                <a:spcPct val="100000"/>
              </a:lnSpc>
              <a:buNone/>
              <a:tabLst>
                <a:tab algn="l" pos="0"/>
              </a:tabLst>
            </a:pPr>
            <a:r>
              <a:rPr b="0" lang="en-US" sz="3600" spc="-1" strike="noStrike">
                <a:solidFill>
                  <a:schemeClr val="accent1"/>
                </a:solidFill>
                <a:latin typeface="Arial"/>
                <a:ea typeface="SimSun"/>
              </a:rPr>
              <a:t>Conditional Probability</a:t>
            </a:r>
            <a:endParaRPr b="0" lang="en-US" sz="3600" spc="-1" strike="noStrike">
              <a:solidFill>
                <a:srgbClr val="000000"/>
              </a:solidFill>
              <a:latin typeface="Arial"/>
            </a:endParaRPr>
          </a:p>
        </p:txBody>
      </p:sp>
      <p:sp>
        <p:nvSpPr>
          <p:cNvPr id="196" name="PlaceHolder 2"/>
          <p:cNvSpPr>
            <a:spLocks noGrp="1"/>
          </p:cNvSpPr>
          <p:nvPr>
            <p:ph/>
          </p:nvPr>
        </p:nvSpPr>
        <p:spPr>
          <a:xfrm>
            <a:off x="609120" y="1174680"/>
            <a:ext cx="10967040" cy="4950000"/>
          </a:xfrm>
          <a:prstGeom prst="rect">
            <a:avLst/>
          </a:prstGeom>
          <a:noFill/>
          <a:ln w="9360">
            <a:noFill/>
          </a:ln>
        </p:spPr>
        <p:txBody>
          <a:bodyPr lIns="90000" rIns="90000" tIns="45000" bIns="45000" anchor="t">
            <a:noAutofit/>
          </a:bodyPr>
          <a:p>
            <a:pPr marL="343080" indent="-34308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P(age = youth | buys computer = yes) = 2/9 = 0.222</a:t>
            </a:r>
            <a:endParaRPr b="0" lang="en-US" sz="2800" spc="-1" strike="noStrike">
              <a:solidFill>
                <a:srgbClr val="000000"/>
              </a:solidFill>
              <a:latin typeface="Arial"/>
            </a:endParaRPr>
          </a:p>
          <a:p>
            <a:pPr marL="343080" indent="-34308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P(age = youth | buys computer = no) = 3/5 = 0.600</a:t>
            </a:r>
            <a:endParaRPr b="0" lang="en-US" sz="2800" spc="-1" strike="noStrike">
              <a:solidFill>
                <a:srgbClr val="000000"/>
              </a:solidFill>
              <a:latin typeface="Arial"/>
            </a:endParaRPr>
          </a:p>
          <a:p>
            <a:pPr marL="343080" indent="-34308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P(income = medium | buys computer = yes) = 4/9 = 0.444</a:t>
            </a:r>
            <a:endParaRPr b="0" lang="en-US" sz="2800" spc="-1" strike="noStrike">
              <a:solidFill>
                <a:srgbClr val="000000"/>
              </a:solidFill>
              <a:latin typeface="Arial"/>
            </a:endParaRPr>
          </a:p>
          <a:p>
            <a:pPr marL="343080" indent="-34308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P(income = medium | buys computer = no) = 2/5 = 0.400</a:t>
            </a:r>
            <a:endParaRPr b="0" lang="en-US" sz="2800" spc="-1" strike="noStrike">
              <a:solidFill>
                <a:srgbClr val="000000"/>
              </a:solidFill>
              <a:latin typeface="Arial"/>
            </a:endParaRPr>
          </a:p>
          <a:p>
            <a:pPr marL="343080" indent="-34308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P(student = yes | buys computer = yes) = 6/9 = 0.667</a:t>
            </a:r>
            <a:endParaRPr b="0" lang="en-US" sz="2800" spc="-1" strike="noStrike">
              <a:solidFill>
                <a:srgbClr val="000000"/>
              </a:solidFill>
              <a:latin typeface="Arial"/>
            </a:endParaRPr>
          </a:p>
          <a:p>
            <a:pPr marL="343080" indent="-34308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P(student = yes | buys computer = no) = 1/5 = 0.200</a:t>
            </a:r>
            <a:endParaRPr b="0" lang="en-US" sz="2800" spc="-1" strike="noStrike">
              <a:solidFill>
                <a:srgbClr val="000000"/>
              </a:solidFill>
              <a:latin typeface="Arial"/>
            </a:endParaRPr>
          </a:p>
          <a:p>
            <a:pPr marL="343080" indent="-34308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P(credit rating = fair | buys computer = yes) = 6/9 = 0.667</a:t>
            </a:r>
            <a:endParaRPr b="0" lang="en-US" sz="2800" spc="-1" strike="noStrike">
              <a:solidFill>
                <a:srgbClr val="000000"/>
              </a:solidFill>
              <a:latin typeface="Arial"/>
            </a:endParaRPr>
          </a:p>
          <a:p>
            <a:pPr marL="343080" indent="-34308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P(credit rating = fair | buys computer = no) = 2/5 = 0.400</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609120" y="190440"/>
            <a:ext cx="10967040" cy="579600"/>
          </a:xfrm>
          <a:prstGeom prst="rect">
            <a:avLst/>
          </a:prstGeom>
          <a:noFill/>
          <a:ln w="9360">
            <a:noFill/>
          </a:ln>
        </p:spPr>
        <p:txBody>
          <a:bodyPr lIns="90000" rIns="90000" tIns="45000" bIns="45000" anchor="ctr">
            <a:noAutofit/>
          </a:bodyPr>
          <a:p>
            <a:pPr indent="0" algn="ctr">
              <a:buNone/>
            </a:pPr>
            <a:endParaRPr b="0" lang="en-US" sz="1800" spc="-1" strike="noStrike">
              <a:solidFill>
                <a:srgbClr val="000000"/>
              </a:solidFill>
              <a:latin typeface="Arial"/>
            </a:endParaRPr>
          </a:p>
        </p:txBody>
      </p:sp>
      <p:sp>
        <p:nvSpPr>
          <p:cNvPr id="198" name="PlaceHolder 2"/>
          <p:cNvSpPr>
            <a:spLocks noGrp="1"/>
          </p:cNvSpPr>
          <p:nvPr>
            <p:ph/>
          </p:nvPr>
        </p:nvSpPr>
        <p:spPr>
          <a:xfrm>
            <a:off x="609120" y="1174680"/>
            <a:ext cx="10967040" cy="4950000"/>
          </a:xfrm>
          <a:prstGeom prst="rect">
            <a:avLst/>
          </a:prstGeom>
          <a:noFill/>
          <a:ln w="9360">
            <a:noFill/>
          </a:ln>
        </p:spPr>
        <p:txBody>
          <a:bodyPr lIns="90000" rIns="90000" tIns="45000" bIns="45000" anchor="t">
            <a:noAutofit/>
          </a:bodyPr>
          <a:p>
            <a:pPr marL="343080" indent="-34308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P(X|buys computer = yes) = </a:t>
            </a:r>
            <a:endParaRPr b="0" lang="en-US" sz="2800" spc="-1" strike="noStrike">
              <a:solidFill>
                <a:srgbClr val="000000"/>
              </a:solidFill>
              <a:latin typeface="Arial"/>
            </a:endParaRPr>
          </a:p>
          <a:p>
            <a:pPr indent="0">
              <a:lnSpc>
                <a:spcPct val="100000"/>
              </a:lnSpc>
              <a:spcBef>
                <a:spcPts val="561"/>
              </a:spcBef>
              <a:buNone/>
              <a:tabLst>
                <a:tab algn="l" pos="0"/>
              </a:tabLst>
            </a:pPr>
            <a:r>
              <a:rPr b="0" lang="en-US" sz="2800" spc="-1" strike="noStrike">
                <a:solidFill>
                  <a:schemeClr val="dk1"/>
                </a:solidFill>
                <a:latin typeface="Arial"/>
                <a:ea typeface="SimSun"/>
              </a:rPr>
              <a:t>P(age = youth | buys computer = yes) ×</a:t>
            </a:r>
            <a:endParaRPr b="0" lang="en-US" sz="2800" spc="-1" strike="noStrike">
              <a:solidFill>
                <a:srgbClr val="000000"/>
              </a:solidFill>
              <a:latin typeface="Arial"/>
            </a:endParaRPr>
          </a:p>
          <a:p>
            <a:pPr indent="0">
              <a:lnSpc>
                <a:spcPct val="100000"/>
              </a:lnSpc>
              <a:spcBef>
                <a:spcPts val="561"/>
              </a:spcBef>
              <a:buNone/>
              <a:tabLst>
                <a:tab algn="l" pos="0"/>
              </a:tabLst>
            </a:pPr>
            <a:r>
              <a:rPr b="0" lang="en-US" sz="2800" spc="-1" strike="noStrike">
                <a:solidFill>
                  <a:schemeClr val="dk1"/>
                </a:solidFill>
                <a:latin typeface="Arial"/>
                <a:ea typeface="SimSun"/>
              </a:rPr>
              <a:t>P(income = medium | buys computer = yes) ×</a:t>
            </a:r>
            <a:endParaRPr b="0" lang="en-US" sz="2800" spc="-1" strike="noStrike">
              <a:solidFill>
                <a:srgbClr val="000000"/>
              </a:solidFill>
              <a:latin typeface="Arial"/>
            </a:endParaRPr>
          </a:p>
          <a:p>
            <a:pPr indent="0">
              <a:lnSpc>
                <a:spcPct val="100000"/>
              </a:lnSpc>
              <a:spcBef>
                <a:spcPts val="561"/>
              </a:spcBef>
              <a:buNone/>
              <a:tabLst>
                <a:tab algn="l" pos="0"/>
              </a:tabLst>
            </a:pPr>
            <a:r>
              <a:rPr b="0" lang="en-US" sz="2800" spc="-1" strike="noStrike">
                <a:solidFill>
                  <a:schemeClr val="dk1"/>
                </a:solidFill>
                <a:latin typeface="Arial"/>
                <a:ea typeface="SimSun"/>
              </a:rPr>
              <a:t>P(student = yes | buys computer = yes) ×</a:t>
            </a:r>
            <a:endParaRPr b="0" lang="en-US" sz="2800" spc="-1" strike="noStrike">
              <a:solidFill>
                <a:srgbClr val="000000"/>
              </a:solidFill>
              <a:latin typeface="Arial"/>
            </a:endParaRPr>
          </a:p>
          <a:p>
            <a:pPr indent="0">
              <a:lnSpc>
                <a:spcPct val="100000"/>
              </a:lnSpc>
              <a:spcBef>
                <a:spcPts val="561"/>
              </a:spcBef>
              <a:buNone/>
              <a:tabLst>
                <a:tab algn="l" pos="0"/>
              </a:tabLst>
            </a:pPr>
            <a:r>
              <a:rPr b="0" lang="en-US" sz="2800" spc="-1" strike="noStrike">
                <a:solidFill>
                  <a:schemeClr val="dk1"/>
                </a:solidFill>
                <a:latin typeface="Arial"/>
                <a:ea typeface="SimSun"/>
              </a:rPr>
              <a:t>P(credit rating = fair | buys computer = yes)</a:t>
            </a:r>
            <a:endParaRPr b="0" lang="en-US" sz="2800" spc="-1" strike="noStrike">
              <a:solidFill>
                <a:srgbClr val="000000"/>
              </a:solidFill>
              <a:latin typeface="Arial"/>
            </a:endParaRPr>
          </a:p>
          <a:p>
            <a:pPr indent="0">
              <a:lnSpc>
                <a:spcPct val="100000"/>
              </a:lnSpc>
              <a:spcBef>
                <a:spcPts val="561"/>
              </a:spcBef>
              <a:buNone/>
              <a:tabLst>
                <a:tab algn="l" pos="0"/>
              </a:tabLst>
            </a:pPr>
            <a:endParaRPr b="0" lang="en-US" sz="2800" spc="-1" strike="noStrike">
              <a:solidFill>
                <a:srgbClr val="000000"/>
              </a:solidFill>
              <a:latin typeface="Arial"/>
            </a:endParaRPr>
          </a:p>
          <a:p>
            <a:pPr indent="0">
              <a:lnSpc>
                <a:spcPct val="100000"/>
              </a:lnSpc>
              <a:spcBef>
                <a:spcPts val="561"/>
              </a:spcBef>
              <a:buNone/>
              <a:tabLst>
                <a:tab algn="l" pos="0"/>
              </a:tabLst>
            </a:pPr>
            <a:r>
              <a:rPr b="0" lang="en-US" sz="2800" spc="-1" strike="noStrike">
                <a:solidFill>
                  <a:schemeClr val="dk1"/>
                </a:solidFill>
                <a:latin typeface="Arial"/>
                <a:ea typeface="SimSun"/>
              </a:rPr>
              <a:t>    </a:t>
            </a:r>
            <a:r>
              <a:rPr b="0" lang="en-US" sz="2800" spc="-1" strike="noStrike">
                <a:solidFill>
                  <a:schemeClr val="dk1"/>
                </a:solidFill>
                <a:latin typeface="Arial"/>
                <a:ea typeface="SimSun"/>
              </a:rPr>
              <a:t>= 0.222×0.444×0.667×0.667 = 0.044.</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609120" y="190440"/>
            <a:ext cx="10967040" cy="579600"/>
          </a:xfrm>
          <a:prstGeom prst="rect">
            <a:avLst/>
          </a:prstGeom>
          <a:noFill/>
          <a:ln w="9360">
            <a:noFill/>
          </a:ln>
        </p:spPr>
        <p:txBody>
          <a:bodyPr lIns="90000" rIns="90000" tIns="45000" bIns="45000" anchor="ctr">
            <a:noAutofit/>
          </a:bodyPr>
          <a:p>
            <a:pPr indent="0" algn="ctr">
              <a:buNone/>
            </a:pPr>
            <a:endParaRPr b="0" lang="en-US" sz="1800" spc="-1" strike="noStrike">
              <a:solidFill>
                <a:srgbClr val="000000"/>
              </a:solidFill>
              <a:latin typeface="Arial"/>
            </a:endParaRPr>
          </a:p>
        </p:txBody>
      </p:sp>
      <p:sp>
        <p:nvSpPr>
          <p:cNvPr id="200" name="PlaceHolder 2"/>
          <p:cNvSpPr>
            <a:spLocks noGrp="1"/>
          </p:cNvSpPr>
          <p:nvPr>
            <p:ph/>
          </p:nvPr>
        </p:nvSpPr>
        <p:spPr>
          <a:xfrm>
            <a:off x="609120" y="772920"/>
            <a:ext cx="10967040" cy="5469480"/>
          </a:xfrm>
          <a:prstGeom prst="rect">
            <a:avLst/>
          </a:prstGeom>
          <a:noFill/>
          <a:ln w="9360">
            <a:noFill/>
          </a:ln>
        </p:spPr>
        <p:txBody>
          <a:bodyPr lIns="90000" rIns="90000" tIns="45000" bIns="45000" anchor="t">
            <a:noAutofit/>
          </a:bodyPr>
          <a:p>
            <a:pPr marL="343080" indent="-34308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P(X|buys computer = no) = 0.600×0.400×0.200×0.400 = 0.019.</a:t>
            </a:r>
            <a:endParaRPr b="0" lang="en-US" sz="2800" spc="-1" strike="noStrike">
              <a:solidFill>
                <a:srgbClr val="000000"/>
              </a:solidFill>
              <a:latin typeface="Arial"/>
            </a:endParaRPr>
          </a:p>
          <a:p>
            <a:pPr indent="0">
              <a:lnSpc>
                <a:spcPct val="100000"/>
              </a:lnSpc>
              <a:spcBef>
                <a:spcPts val="561"/>
              </a:spcBef>
              <a:buNone/>
              <a:tabLst>
                <a:tab algn="l" pos="0"/>
              </a:tabLst>
            </a:pPr>
            <a:endParaRPr b="0" lang="en-US" sz="2800" spc="-1" strike="noStrike">
              <a:solidFill>
                <a:srgbClr val="000000"/>
              </a:solidFill>
              <a:latin typeface="Arial"/>
            </a:endParaRPr>
          </a:p>
          <a:p>
            <a:pPr marL="343080" indent="-343080">
              <a:lnSpc>
                <a:spcPct val="100000"/>
              </a:lnSpc>
              <a:spcBef>
                <a:spcPts val="561"/>
              </a:spcBef>
              <a:buClr>
                <a:srgbClr val="000000"/>
              </a:buClr>
              <a:buFont typeface="Symbol" charset="2"/>
              <a:buChar char=""/>
              <a:tabLst>
                <a:tab algn="l" pos="0"/>
              </a:tabLst>
            </a:pPr>
            <a:r>
              <a:rPr b="0" lang="en-US" sz="2800" spc="-1" strike="noStrike">
                <a:solidFill>
                  <a:schemeClr val="dk1"/>
                </a:solidFill>
                <a:latin typeface="Arial"/>
                <a:ea typeface="SimSun"/>
              </a:rPr>
              <a:t>To find the class, Ci, that maximizes P(X|Ci)P(Ci),  Compute</a:t>
            </a:r>
            <a:endParaRPr b="0" lang="en-US" sz="2800" spc="-1" strike="noStrike">
              <a:solidFill>
                <a:srgbClr val="000000"/>
              </a:solidFill>
              <a:latin typeface="Arial"/>
            </a:endParaRPr>
          </a:p>
          <a:p>
            <a:pPr indent="0">
              <a:lnSpc>
                <a:spcPct val="100000"/>
              </a:lnSpc>
              <a:spcBef>
                <a:spcPts val="561"/>
              </a:spcBef>
              <a:buNone/>
              <a:tabLst>
                <a:tab algn="l" pos="0"/>
              </a:tabLst>
            </a:pPr>
            <a:endParaRPr b="0" lang="en-US" sz="2800" spc="-1" strike="noStrike">
              <a:solidFill>
                <a:srgbClr val="000000"/>
              </a:solidFill>
              <a:latin typeface="Arial"/>
            </a:endParaRPr>
          </a:p>
          <a:p>
            <a:pPr marL="343080" indent="-343080">
              <a:lnSpc>
                <a:spcPct val="100000"/>
              </a:lnSpc>
              <a:spcBef>
                <a:spcPts val="561"/>
              </a:spcBef>
              <a:buClr>
                <a:srgbClr val="000000"/>
              </a:buClr>
              <a:buFont typeface="Symbol" charset="2"/>
              <a:buChar char=""/>
              <a:tabLst>
                <a:tab algn="l" pos="0"/>
              </a:tabLst>
            </a:pPr>
            <a:r>
              <a:rPr b="0" lang="en-US" sz="2800" spc="-1" strike="noStrike">
                <a:solidFill>
                  <a:schemeClr val="dk1"/>
                </a:solidFill>
                <a:latin typeface="Arial"/>
                <a:ea typeface="SimSun"/>
              </a:rPr>
              <a:t>P(X|buys computer = yes)*P(buys computer = yes) = 0.044×0.643         </a:t>
            </a:r>
            <a:endParaRPr b="0" lang="en-US" sz="2800" spc="-1" strike="noStrike">
              <a:solidFill>
                <a:srgbClr val="000000"/>
              </a:solidFill>
              <a:latin typeface="Arial"/>
            </a:endParaRPr>
          </a:p>
          <a:p>
            <a:pPr marL="457200" indent="0">
              <a:lnSpc>
                <a:spcPct val="100000"/>
              </a:lnSpc>
              <a:spcBef>
                <a:spcPts val="561"/>
              </a:spcBef>
              <a:buNone/>
              <a:tabLst>
                <a:tab algn="l" pos="0"/>
              </a:tabLst>
            </a:pPr>
            <a:r>
              <a:rPr b="0" lang="en-US" sz="2800" spc="-1" strike="noStrike">
                <a:solidFill>
                  <a:schemeClr val="dk1"/>
                </a:solidFill>
                <a:latin typeface="Arial"/>
                <a:ea typeface="SimSun"/>
              </a:rPr>
              <a:t>                                                                     </a:t>
            </a:r>
            <a:r>
              <a:rPr b="0" lang="en-US" sz="2800" spc="-1" strike="noStrike">
                <a:solidFill>
                  <a:schemeClr val="dk1"/>
                </a:solidFill>
                <a:latin typeface="Arial"/>
                <a:ea typeface="SimSun"/>
              </a:rPr>
              <a:t>= 0.028</a:t>
            </a:r>
            <a:endParaRPr b="0" lang="en-US" sz="2800" spc="-1" strike="noStrike">
              <a:solidFill>
                <a:srgbClr val="000000"/>
              </a:solidFill>
              <a:latin typeface="Arial"/>
            </a:endParaRPr>
          </a:p>
          <a:p>
            <a:pPr marL="343080" indent="-343080">
              <a:lnSpc>
                <a:spcPct val="100000"/>
              </a:lnSpc>
              <a:spcBef>
                <a:spcPts val="561"/>
              </a:spcBef>
              <a:buClr>
                <a:srgbClr val="000000"/>
              </a:buClr>
              <a:buFont typeface="Symbol" charset="2"/>
              <a:buChar char=""/>
              <a:tabLst>
                <a:tab algn="l" pos="0"/>
              </a:tabLst>
            </a:pPr>
            <a:r>
              <a:rPr b="0" lang="en-US" sz="2800" spc="-1" strike="noStrike">
                <a:solidFill>
                  <a:schemeClr val="dk1"/>
                </a:solidFill>
                <a:latin typeface="Arial"/>
                <a:ea typeface="SimSun"/>
              </a:rPr>
              <a:t>P(X|buys computer = no)*P(buys computer = no) = 0.019×0.357  </a:t>
            </a:r>
            <a:endParaRPr b="0" lang="en-US" sz="2800" spc="-1" strike="noStrike">
              <a:solidFill>
                <a:srgbClr val="000000"/>
              </a:solidFill>
              <a:latin typeface="Arial"/>
            </a:endParaRPr>
          </a:p>
          <a:p>
            <a:pPr indent="0">
              <a:lnSpc>
                <a:spcPct val="100000"/>
              </a:lnSpc>
              <a:spcBef>
                <a:spcPts val="561"/>
              </a:spcBef>
              <a:buNone/>
              <a:tabLst>
                <a:tab algn="l" pos="0"/>
              </a:tabLst>
            </a:pPr>
            <a:r>
              <a:rPr b="0" lang="en-US" sz="2800" spc="-1" strike="noStrike">
                <a:solidFill>
                  <a:schemeClr val="dk1"/>
                </a:solidFill>
                <a:latin typeface="Arial"/>
                <a:ea typeface="SimSun"/>
              </a:rPr>
              <a:t>                                                                         </a:t>
            </a:r>
            <a:r>
              <a:rPr b="0" lang="en-US" sz="2800" spc="-1" strike="noStrike">
                <a:solidFill>
                  <a:schemeClr val="dk1"/>
                </a:solidFill>
                <a:latin typeface="Arial"/>
                <a:ea typeface="SimSun"/>
              </a:rPr>
              <a:t>= 0.007</a:t>
            </a:r>
            <a:endParaRPr b="0" lang="en-US" sz="2800" spc="-1" strike="noStrike">
              <a:solidFill>
                <a:srgbClr val="000000"/>
              </a:solidFill>
              <a:latin typeface="Arial"/>
            </a:endParaRPr>
          </a:p>
          <a:p>
            <a:pPr indent="0">
              <a:lnSpc>
                <a:spcPct val="100000"/>
              </a:lnSpc>
              <a:spcBef>
                <a:spcPts val="561"/>
              </a:spcBef>
              <a:buNone/>
              <a:tabLst>
                <a:tab algn="l" pos="0"/>
              </a:tabLst>
            </a:pPr>
            <a:r>
              <a:rPr b="0" lang="en-US" sz="2800" spc="-1" strike="noStrike">
                <a:solidFill>
                  <a:srgbClr val="ff0000"/>
                </a:solidFill>
                <a:latin typeface="Arial"/>
                <a:ea typeface="SimSun"/>
              </a:rPr>
              <a:t>Naïve Bayesian classifier predicts buys computer = yes for tuple X.</a:t>
            </a:r>
            <a:endParaRPr b="0" lang="en-US" sz="2800" spc="-1" strike="noStrike">
              <a:solidFill>
                <a:srgbClr val="000000"/>
              </a:solidFill>
              <a:latin typeface="Arial"/>
            </a:endParaRPr>
          </a:p>
          <a:p>
            <a:pPr indent="0">
              <a:lnSpc>
                <a:spcPct val="100000"/>
              </a:lnSpc>
              <a:spcBef>
                <a:spcPts val="561"/>
              </a:spcBef>
              <a:buNone/>
              <a:tabLst>
                <a:tab algn="l" pos="0"/>
              </a:tabLst>
            </a:pPr>
            <a:endParaRPr b="0" lang="en-US" sz="2800" spc="-1" strike="noStrike">
              <a:solidFill>
                <a:srgbClr val="000000"/>
              </a:solidFill>
              <a:latin typeface="Arial"/>
            </a:endParaRPr>
          </a:p>
          <a:p>
            <a:pPr indent="0">
              <a:lnSpc>
                <a:spcPct val="100000"/>
              </a:lnSpc>
              <a:spcBef>
                <a:spcPts val="56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PlaceHolder 1"/>
          <p:cNvSpPr>
            <a:spLocks noGrp="1"/>
          </p:cNvSpPr>
          <p:nvPr>
            <p:ph type="title"/>
          </p:nvPr>
        </p:nvSpPr>
        <p:spPr>
          <a:xfrm>
            <a:off x="609120" y="190440"/>
            <a:ext cx="10967040" cy="579600"/>
          </a:xfrm>
          <a:prstGeom prst="rect">
            <a:avLst/>
          </a:prstGeom>
          <a:noFill/>
          <a:ln w="9360">
            <a:noFill/>
          </a:ln>
        </p:spPr>
        <p:txBody>
          <a:bodyPr lIns="90000" rIns="90000" tIns="45000" bIns="45000" anchor="ctr">
            <a:noAutofit/>
          </a:bodyPr>
          <a:p>
            <a:pPr indent="0">
              <a:lnSpc>
                <a:spcPct val="100000"/>
              </a:lnSpc>
              <a:buNone/>
              <a:tabLst>
                <a:tab algn="l" pos="0"/>
              </a:tabLst>
            </a:pPr>
            <a:r>
              <a:rPr b="0" lang="en-US" sz="3600" spc="-1" strike="noStrike">
                <a:solidFill>
                  <a:schemeClr val="accent1"/>
                </a:solidFill>
                <a:latin typeface="Arial"/>
                <a:ea typeface="SimSun"/>
              </a:rPr>
              <a:t>Practice Question???</a:t>
            </a:r>
            <a:endParaRPr b="0" lang="en-US" sz="3600" spc="-1" strike="noStrike">
              <a:solidFill>
                <a:srgbClr val="000000"/>
              </a:solidFill>
              <a:latin typeface="Arial"/>
            </a:endParaRPr>
          </a:p>
        </p:txBody>
      </p:sp>
      <p:pic>
        <p:nvPicPr>
          <p:cNvPr id="202" name="Content Placeholder 5" descr=""/>
          <p:cNvPicPr/>
          <p:nvPr/>
        </p:nvPicPr>
        <p:blipFill>
          <a:blip r:embed="rId1"/>
          <a:stretch/>
        </p:blipFill>
        <p:spPr>
          <a:xfrm>
            <a:off x="1141200" y="774000"/>
            <a:ext cx="9213480" cy="5467680"/>
          </a:xfrm>
          <a:prstGeom prst="rect">
            <a:avLst/>
          </a:prstGeom>
          <a:ln w="9525">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609120" y="190440"/>
            <a:ext cx="10967040" cy="579600"/>
          </a:xfrm>
          <a:prstGeom prst="rect">
            <a:avLst/>
          </a:prstGeom>
          <a:noFill/>
          <a:ln w="9360">
            <a:noFill/>
          </a:ln>
        </p:spPr>
        <p:txBody>
          <a:bodyPr lIns="90000" rIns="90000" tIns="45000" bIns="45000" anchor="ctr">
            <a:noAutofit/>
          </a:bodyPr>
          <a:p>
            <a:pPr indent="0">
              <a:lnSpc>
                <a:spcPct val="100000"/>
              </a:lnSpc>
              <a:buNone/>
              <a:tabLst>
                <a:tab algn="l" pos="0"/>
              </a:tabLst>
            </a:pPr>
            <a:br>
              <a:rPr sz="3600"/>
            </a:br>
            <a:br>
              <a:rPr sz="3600"/>
            </a:br>
            <a:br>
              <a:rPr sz="3600"/>
            </a:br>
            <a:br>
              <a:rPr sz="3600"/>
            </a:br>
            <a:br>
              <a:rPr sz="3600"/>
            </a:br>
            <a:r>
              <a:rPr b="0" lang="en-US" sz="3600" spc="-1" strike="noStrike">
                <a:solidFill>
                  <a:schemeClr val="accent1"/>
                </a:solidFill>
                <a:latin typeface="Arial"/>
                <a:ea typeface="SimSun"/>
              </a:rPr>
              <a:t>Classify a new sample X</a:t>
            </a:r>
            <a:br>
              <a:rPr sz="3600"/>
            </a:br>
            <a:br>
              <a:rPr sz="3600"/>
            </a:br>
            <a:br>
              <a:rPr sz="3600"/>
            </a:br>
            <a:br>
              <a:rPr sz="3600"/>
            </a:br>
            <a:br>
              <a:rPr sz="3600"/>
            </a:br>
            <a:endParaRPr b="0" lang="en-US" sz="3600" spc="-1" strike="noStrike">
              <a:solidFill>
                <a:srgbClr val="000000"/>
              </a:solidFill>
              <a:latin typeface="Arial"/>
            </a:endParaRPr>
          </a:p>
        </p:txBody>
      </p:sp>
      <p:sp>
        <p:nvSpPr>
          <p:cNvPr id="204" name="PlaceHolder 2"/>
          <p:cNvSpPr>
            <a:spLocks noGrp="1"/>
          </p:cNvSpPr>
          <p:nvPr>
            <p:ph/>
          </p:nvPr>
        </p:nvSpPr>
        <p:spPr>
          <a:xfrm>
            <a:off x="609120" y="891000"/>
            <a:ext cx="10967040" cy="5234040"/>
          </a:xfrm>
          <a:prstGeom prst="rect">
            <a:avLst/>
          </a:prstGeom>
          <a:noFill/>
          <a:ln w="9360">
            <a:noFill/>
          </a:ln>
        </p:spPr>
        <p:txBody>
          <a:bodyPr lIns="90000" rIns="90000" tIns="45000" bIns="45000" anchor="t">
            <a:noAutofit/>
          </a:bodyPr>
          <a:p>
            <a:pPr indent="0">
              <a:lnSpc>
                <a:spcPct val="100000"/>
              </a:lnSpc>
              <a:spcBef>
                <a:spcPts val="641"/>
              </a:spcBef>
              <a:buNone/>
              <a:tabLst>
                <a:tab algn="l" pos="0"/>
              </a:tabLst>
            </a:pPr>
            <a:r>
              <a:rPr b="0" lang="en-US" sz="3200" spc="-1" strike="noStrike">
                <a:solidFill>
                  <a:schemeClr val="accent1"/>
                </a:solidFill>
                <a:latin typeface="Arial"/>
                <a:ea typeface="SimSun"/>
              </a:rPr>
              <a:t>X =</a:t>
            </a:r>
            <a:endParaRPr b="0" lang="en-US" sz="3200" spc="-1" strike="noStrike">
              <a:solidFill>
                <a:srgbClr val="000000"/>
              </a:solidFill>
              <a:latin typeface="Arial"/>
            </a:endParaRPr>
          </a:p>
          <a:p>
            <a:pPr indent="0">
              <a:lnSpc>
                <a:spcPct val="100000"/>
              </a:lnSpc>
              <a:spcBef>
                <a:spcPts val="641"/>
              </a:spcBef>
              <a:buNone/>
              <a:tabLst>
                <a:tab algn="l" pos="0"/>
              </a:tabLst>
            </a:pPr>
            <a:endParaRPr b="0" lang="en-US" sz="3200" spc="-1" strike="noStrike">
              <a:solidFill>
                <a:srgbClr val="000000"/>
              </a:solidFill>
              <a:latin typeface="Arial"/>
            </a:endParaRPr>
          </a:p>
          <a:p>
            <a:pPr marL="343080" indent="-343080">
              <a:lnSpc>
                <a:spcPct val="100000"/>
              </a:lnSpc>
              <a:spcBef>
                <a:spcPts val="641"/>
              </a:spcBef>
              <a:buClr>
                <a:srgbClr val="000000"/>
              </a:buClr>
              <a:buFont typeface="Symbol" charset="2"/>
              <a:buChar char=""/>
              <a:tabLst>
                <a:tab algn="l" pos="0"/>
              </a:tabLst>
            </a:pPr>
            <a:r>
              <a:rPr b="0" lang="en-US" sz="3200" spc="-1" strike="noStrike">
                <a:solidFill>
                  <a:schemeClr val="dk1"/>
                </a:solidFill>
                <a:latin typeface="Arial"/>
                <a:ea typeface="SimSun"/>
              </a:rPr>
              <a:t> outlook = sunny</a:t>
            </a:r>
            <a:endParaRPr b="0" lang="en-US" sz="3200" spc="-1" strike="noStrike">
              <a:solidFill>
                <a:srgbClr val="000000"/>
              </a:solidFill>
              <a:latin typeface="Arial"/>
            </a:endParaRPr>
          </a:p>
          <a:p>
            <a:pPr marL="343080" indent="-343080">
              <a:lnSpc>
                <a:spcPct val="100000"/>
              </a:lnSpc>
              <a:spcBef>
                <a:spcPts val="641"/>
              </a:spcBef>
              <a:buClr>
                <a:srgbClr val="000000"/>
              </a:buClr>
              <a:buFont typeface="Symbol" charset="2"/>
              <a:buChar char=""/>
              <a:tabLst>
                <a:tab algn="l" pos="0"/>
              </a:tabLst>
            </a:pPr>
            <a:r>
              <a:rPr b="0" lang="en-US" sz="3200" spc="-1" strike="noStrike">
                <a:solidFill>
                  <a:schemeClr val="dk1"/>
                </a:solidFill>
                <a:latin typeface="Arial"/>
                <a:ea typeface="SimSun"/>
              </a:rPr>
              <a:t> temperature = cool</a:t>
            </a:r>
            <a:endParaRPr b="0" lang="en-US" sz="3200" spc="-1" strike="noStrike">
              <a:solidFill>
                <a:srgbClr val="000000"/>
              </a:solidFill>
              <a:latin typeface="Arial"/>
            </a:endParaRPr>
          </a:p>
          <a:p>
            <a:pPr marL="343080" indent="-343080">
              <a:lnSpc>
                <a:spcPct val="100000"/>
              </a:lnSpc>
              <a:spcBef>
                <a:spcPts val="641"/>
              </a:spcBef>
              <a:buClr>
                <a:srgbClr val="000000"/>
              </a:buClr>
              <a:buFont typeface="Symbol" charset="2"/>
              <a:buChar char=""/>
              <a:tabLst>
                <a:tab algn="l" pos="0"/>
              </a:tabLst>
            </a:pPr>
            <a:r>
              <a:rPr b="0" lang="en-US" sz="3200" spc="-1" strike="noStrike">
                <a:solidFill>
                  <a:schemeClr val="dk1"/>
                </a:solidFill>
                <a:latin typeface="Arial"/>
                <a:ea typeface="SimSun"/>
              </a:rPr>
              <a:t> humidity = high</a:t>
            </a:r>
            <a:endParaRPr b="0" lang="en-US" sz="3200" spc="-1" strike="noStrike">
              <a:solidFill>
                <a:srgbClr val="000000"/>
              </a:solidFill>
              <a:latin typeface="Arial"/>
            </a:endParaRPr>
          </a:p>
          <a:p>
            <a:pPr marL="343080" indent="-343080">
              <a:lnSpc>
                <a:spcPct val="100000"/>
              </a:lnSpc>
              <a:spcBef>
                <a:spcPts val="641"/>
              </a:spcBef>
              <a:buClr>
                <a:srgbClr val="000000"/>
              </a:buClr>
              <a:buFont typeface="Symbol" charset="2"/>
              <a:buChar char=""/>
              <a:tabLst>
                <a:tab algn="l" pos="0"/>
              </a:tabLst>
            </a:pPr>
            <a:r>
              <a:rPr b="0" lang="en-US" sz="3200" spc="-1" strike="noStrike">
                <a:solidFill>
                  <a:schemeClr val="dk1"/>
                </a:solidFill>
                <a:latin typeface="Arial"/>
                <a:ea typeface="SimSun"/>
              </a:rPr>
              <a:t> windy = false</a:t>
            </a:r>
            <a:endParaRPr b="0" lang="en-US" sz="3200" spc="-1" strike="noStrike">
              <a:solidFill>
                <a:srgbClr val="000000"/>
              </a:solidFill>
              <a:latin typeface="Arial"/>
            </a:endParaRPr>
          </a:p>
          <a:p>
            <a:pPr indent="0">
              <a:lnSpc>
                <a:spcPct val="100000"/>
              </a:lnSpc>
              <a:spcBef>
                <a:spcPts val="641"/>
              </a:spcBef>
              <a:buNone/>
              <a:tabLst>
                <a:tab algn="l" pos="0"/>
              </a:tabLst>
            </a:pPr>
            <a:endParaRPr b="0" lang="en-US" sz="3200" spc="-1" strike="noStrike">
              <a:solidFill>
                <a:srgbClr val="000000"/>
              </a:solidFill>
              <a:latin typeface="Arial"/>
            </a:endParaRPr>
          </a:p>
          <a:p>
            <a:pPr marL="343080" indent="-343080">
              <a:lnSpc>
                <a:spcPct val="100000"/>
              </a:lnSpc>
              <a:spcBef>
                <a:spcPts val="641"/>
              </a:spcBef>
              <a:buClr>
                <a:srgbClr val="0066cc"/>
              </a:buClr>
              <a:buFont typeface="Symbol" charset="2"/>
              <a:buChar char=""/>
              <a:tabLst>
                <a:tab algn="l" pos="0"/>
              </a:tabLst>
            </a:pPr>
            <a:r>
              <a:rPr b="0" lang="en-US" sz="3200" spc="-1" strike="noStrike">
                <a:solidFill>
                  <a:schemeClr val="accent1"/>
                </a:solidFill>
                <a:latin typeface="Arial"/>
                <a:ea typeface="SimSun"/>
              </a:rPr>
              <a:t>Play Tennis = ?</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609120" y="190440"/>
            <a:ext cx="10967040" cy="579600"/>
          </a:xfrm>
          <a:prstGeom prst="rect">
            <a:avLst/>
          </a:prstGeom>
          <a:noFill/>
          <a:ln w="9360">
            <a:noFill/>
          </a:ln>
        </p:spPr>
        <p:txBody>
          <a:bodyPr lIns="90000" rIns="90000" tIns="45000" bIns="45000" anchor="ctr">
            <a:noAutofit/>
          </a:bodyPr>
          <a:p>
            <a:pPr indent="0">
              <a:lnSpc>
                <a:spcPct val="100000"/>
              </a:lnSpc>
              <a:buNone/>
              <a:tabLst>
                <a:tab algn="l" pos="0"/>
              </a:tabLst>
            </a:pPr>
            <a:r>
              <a:rPr b="0" lang="en-US" sz="3600" spc="-1" strike="noStrike">
                <a:solidFill>
                  <a:schemeClr val="accent1"/>
                </a:solidFill>
                <a:latin typeface="Arial"/>
                <a:ea typeface="SimSun"/>
              </a:rPr>
              <a:t>Naive Bayes Classification-Laplace smoothing</a:t>
            </a:r>
            <a:endParaRPr b="0" lang="en-US" sz="3600" spc="-1" strike="noStrike">
              <a:solidFill>
                <a:srgbClr val="000000"/>
              </a:solidFill>
              <a:latin typeface="Arial"/>
            </a:endParaRPr>
          </a:p>
        </p:txBody>
      </p:sp>
      <p:sp>
        <p:nvSpPr>
          <p:cNvPr id="206" name="PlaceHolder 2"/>
          <p:cNvSpPr>
            <a:spLocks noGrp="1"/>
          </p:cNvSpPr>
          <p:nvPr>
            <p:ph/>
          </p:nvPr>
        </p:nvSpPr>
        <p:spPr>
          <a:xfrm>
            <a:off x="609120" y="772920"/>
            <a:ext cx="10967040" cy="5352120"/>
          </a:xfrm>
          <a:prstGeom prst="rect">
            <a:avLst/>
          </a:prstGeom>
          <a:noFill/>
          <a:ln w="9360">
            <a:noFill/>
          </a:ln>
        </p:spPr>
        <p:txBody>
          <a:bodyPr lIns="90000" rIns="90000" tIns="45000" bIns="45000" anchor="t">
            <a:noAutofit/>
          </a:bodyPr>
          <a:p>
            <a:pPr marL="343080" indent="-34308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Naïve Bayesian classifier predicts that tuple X belongs to the class C</a:t>
            </a:r>
            <a:r>
              <a:rPr b="0" lang="en-US" sz="2800" spc="-1" strike="noStrike" baseline="-25000">
                <a:solidFill>
                  <a:schemeClr val="dk1"/>
                </a:solidFill>
                <a:latin typeface="Arial"/>
                <a:ea typeface="SimSun"/>
              </a:rPr>
              <a:t>i</a:t>
            </a:r>
            <a:r>
              <a:rPr b="0" lang="en-US" sz="2800" spc="-1" strike="noStrike">
                <a:solidFill>
                  <a:schemeClr val="dk1"/>
                </a:solidFill>
                <a:latin typeface="Arial"/>
                <a:ea typeface="SimSun"/>
              </a:rPr>
              <a:t>, if and only if</a:t>
            </a:r>
            <a:endParaRPr b="0" lang="en-US" sz="2800" spc="-1" strike="noStrike">
              <a:solidFill>
                <a:srgbClr val="000000"/>
              </a:solidFill>
              <a:latin typeface="Arial"/>
            </a:endParaRPr>
          </a:p>
          <a:p>
            <a:pPr indent="0">
              <a:lnSpc>
                <a:spcPct val="100000"/>
              </a:lnSpc>
              <a:spcBef>
                <a:spcPts val="561"/>
              </a:spcBef>
              <a:buNone/>
              <a:tabLst>
                <a:tab algn="l" pos="0"/>
              </a:tabLst>
            </a:pPr>
            <a:endParaRPr b="0" lang="en-US" sz="2800" spc="-1" strike="noStrike">
              <a:solidFill>
                <a:srgbClr val="000000"/>
              </a:solidFill>
              <a:latin typeface="Arial"/>
            </a:endParaRPr>
          </a:p>
          <a:p>
            <a:pPr indent="0">
              <a:lnSpc>
                <a:spcPct val="100000"/>
              </a:lnSpc>
              <a:spcBef>
                <a:spcPts val="561"/>
              </a:spcBef>
              <a:buNone/>
              <a:tabLst>
                <a:tab algn="l" pos="0"/>
              </a:tabLst>
            </a:pPr>
            <a:r>
              <a:rPr b="0" lang="en-US" sz="2800" spc="-1" strike="noStrike">
                <a:solidFill>
                  <a:schemeClr val="dk1"/>
                </a:solidFill>
                <a:latin typeface="Arial"/>
                <a:ea typeface="SimSun"/>
              </a:rPr>
              <a:t>  </a:t>
            </a:r>
            <a:endParaRPr b="0" lang="en-US" sz="2800" spc="-1" strike="noStrike">
              <a:solidFill>
                <a:srgbClr val="000000"/>
              </a:solidFill>
              <a:latin typeface="Arial"/>
            </a:endParaRPr>
          </a:p>
          <a:p>
            <a:pPr indent="0">
              <a:lnSpc>
                <a:spcPct val="100000"/>
              </a:lnSpc>
              <a:spcBef>
                <a:spcPts val="561"/>
              </a:spcBef>
              <a:buNone/>
              <a:tabLst>
                <a:tab algn="l" pos="0"/>
              </a:tabLst>
            </a:pPr>
            <a:endParaRPr b="0" lang="en-US" sz="2800" spc="-1" strike="noStrike">
              <a:solidFill>
                <a:srgbClr val="000000"/>
              </a:solidFill>
              <a:latin typeface="Arial"/>
            </a:endParaRPr>
          </a:p>
          <a:p>
            <a:pPr indent="0">
              <a:lnSpc>
                <a:spcPct val="100000"/>
              </a:lnSpc>
              <a:spcBef>
                <a:spcPts val="561"/>
              </a:spcBef>
              <a:buNone/>
              <a:tabLst>
                <a:tab algn="l" pos="0"/>
              </a:tabLst>
            </a:pPr>
            <a:r>
              <a:rPr b="0" lang="en-US" sz="2800" spc="-1" strike="noStrike">
                <a:solidFill>
                  <a:schemeClr val="dk1"/>
                </a:solidFill>
                <a:latin typeface="Arial"/>
                <a:ea typeface="SimSun"/>
              </a:rPr>
              <a:t>  </a:t>
            </a:r>
            <a:r>
              <a:rPr b="0" lang="en-US" sz="2800" spc="-1" strike="noStrike">
                <a:solidFill>
                  <a:schemeClr val="dk1"/>
                </a:solidFill>
                <a:latin typeface="Arial"/>
                <a:ea typeface="SimSun"/>
              </a:rPr>
              <a:t>Bayes’ theorem</a:t>
            </a:r>
            <a:endParaRPr b="0" lang="en-US" sz="2800" spc="-1" strike="noStrike">
              <a:solidFill>
                <a:srgbClr val="000000"/>
              </a:solidFill>
              <a:latin typeface="Arial"/>
            </a:endParaRPr>
          </a:p>
          <a:p>
            <a:pPr indent="0">
              <a:lnSpc>
                <a:spcPct val="100000"/>
              </a:lnSpc>
              <a:spcBef>
                <a:spcPts val="561"/>
              </a:spcBef>
              <a:buNone/>
              <a:tabLst>
                <a:tab algn="l" pos="0"/>
              </a:tabLst>
            </a:pPr>
            <a:endParaRPr b="0" lang="en-US" sz="2800" spc="-1" strike="noStrike">
              <a:solidFill>
                <a:srgbClr val="000000"/>
              </a:solidFill>
              <a:latin typeface="Arial"/>
            </a:endParaRPr>
          </a:p>
          <a:p>
            <a:pPr indent="0">
              <a:lnSpc>
                <a:spcPct val="100000"/>
              </a:lnSpc>
              <a:spcBef>
                <a:spcPts val="561"/>
              </a:spcBef>
              <a:buNone/>
              <a:tabLst>
                <a:tab algn="l" pos="0"/>
              </a:tabLst>
            </a:pPr>
            <a:endParaRPr b="0" lang="en-US" sz="2800" spc="-1" strike="noStrike">
              <a:solidFill>
                <a:srgbClr val="000000"/>
              </a:solidFill>
              <a:latin typeface="Arial"/>
            </a:endParaRPr>
          </a:p>
          <a:p>
            <a:pPr indent="0">
              <a:lnSpc>
                <a:spcPct val="100000"/>
              </a:lnSpc>
              <a:spcBef>
                <a:spcPts val="561"/>
              </a:spcBef>
              <a:buNone/>
              <a:tabLst>
                <a:tab algn="l" pos="0"/>
              </a:tabLst>
            </a:pPr>
            <a:endParaRPr b="0" lang="en-US" sz="2800" spc="-1" strike="noStrike">
              <a:solidFill>
                <a:srgbClr val="000000"/>
              </a:solidFill>
              <a:latin typeface="Arial"/>
            </a:endParaRPr>
          </a:p>
        </p:txBody>
      </p:sp>
      <p:pic>
        <p:nvPicPr>
          <p:cNvPr id="207" name="Picture 11" descr=""/>
          <p:cNvPicPr/>
          <p:nvPr/>
        </p:nvPicPr>
        <p:blipFill>
          <a:blip r:embed="rId1"/>
          <a:stretch/>
        </p:blipFill>
        <p:spPr>
          <a:xfrm>
            <a:off x="1071000" y="4025160"/>
            <a:ext cx="4948560" cy="1133280"/>
          </a:xfrm>
          <a:prstGeom prst="rect">
            <a:avLst/>
          </a:prstGeom>
          <a:ln w="0">
            <a:noFill/>
          </a:ln>
        </p:spPr>
      </p:pic>
      <p:pic>
        <p:nvPicPr>
          <p:cNvPr id="208" name="Picture 12" descr=""/>
          <p:cNvPicPr/>
          <p:nvPr/>
        </p:nvPicPr>
        <p:blipFill>
          <a:blip r:embed="rId2"/>
          <a:stretch/>
        </p:blipFill>
        <p:spPr>
          <a:xfrm>
            <a:off x="1071000" y="1862280"/>
            <a:ext cx="6950520" cy="850680"/>
          </a:xfrm>
          <a:prstGeom prst="rect">
            <a:avLst/>
          </a:prstGeom>
          <a:ln w="0">
            <a:noFill/>
          </a:ln>
        </p:spPr>
      </p:pic>
      <p:pic>
        <p:nvPicPr>
          <p:cNvPr id="209" name="Picture 13" descr=""/>
          <p:cNvPicPr/>
          <p:nvPr/>
        </p:nvPicPr>
        <p:blipFill>
          <a:blip r:embed="rId3"/>
          <a:stretch/>
        </p:blipFill>
        <p:spPr>
          <a:xfrm>
            <a:off x="6344280" y="3550320"/>
            <a:ext cx="5597640" cy="173124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609120" y="168840"/>
            <a:ext cx="10967040" cy="624600"/>
          </a:xfrm>
          <a:prstGeom prst="rect">
            <a:avLst/>
          </a:prstGeom>
          <a:noFill/>
          <a:ln w="0">
            <a:noFill/>
          </a:ln>
        </p:spPr>
        <p:txBody>
          <a:bodyPr lIns="0" rIns="0" tIns="0" bIns="0" anchor="ctr">
            <a:noAutofit/>
          </a:bodyPr>
          <a:p>
            <a:pPr indent="0" algn="ctr">
              <a:lnSpc>
                <a:spcPct val="100000"/>
              </a:lnSpc>
              <a:buNone/>
              <a:tabLst>
                <a:tab algn="l" pos="0"/>
              </a:tabLst>
            </a:pPr>
            <a:r>
              <a:rPr b="0" lang="en-US" sz="4400" spc="-1" strike="noStrike">
                <a:solidFill>
                  <a:srgbClr val="000000"/>
                </a:solidFill>
                <a:latin typeface="Arial"/>
              </a:rPr>
              <a:t>Laplace smooth – To avoid zero probability</a:t>
            </a:r>
            <a:endParaRPr b="0" lang="en-US" sz="4400" spc="-1" strike="noStrike">
              <a:solidFill>
                <a:srgbClr val="000000"/>
              </a:solidFill>
              <a:latin typeface="Arial"/>
            </a:endParaRPr>
          </a:p>
        </p:txBody>
      </p:sp>
      <p:sp>
        <p:nvSpPr>
          <p:cNvPr id="211" name="PlaceHolder 2"/>
          <p:cNvSpPr>
            <a:spLocks noGrp="1"/>
          </p:cNvSpPr>
          <p:nvPr>
            <p:ph/>
          </p:nvPr>
        </p:nvSpPr>
        <p:spPr>
          <a:xfrm>
            <a:off x="609120" y="1174680"/>
            <a:ext cx="10967040" cy="4950000"/>
          </a:xfrm>
          <a:prstGeom prst="rect">
            <a:avLst/>
          </a:prstGeom>
          <a:noFill/>
          <a:ln w="0">
            <a:noFill/>
          </a:ln>
        </p:spPr>
        <p:txBody>
          <a:bodyPr lIns="0" rIns="0" tIns="0" bIns="0" anchor="t">
            <a:normAutofit/>
          </a:bodyPr>
          <a:p>
            <a:pPr marL="432000" indent="0">
              <a:lnSpc>
                <a:spcPct val="100000"/>
              </a:lnSpc>
              <a:spcBef>
                <a:spcPts val="1417"/>
              </a:spcBef>
              <a:buNone/>
              <a:tabLst>
                <a:tab algn="l" pos="0"/>
              </a:tabLst>
            </a:pPr>
            <a:r>
              <a:rPr b="0" lang="en-US" sz="3200" spc="-1" strike="noStrike">
                <a:solidFill>
                  <a:srgbClr val="000000"/>
                </a:solidFill>
                <a:latin typeface="Arial"/>
              </a:rPr>
              <a:t> </a:t>
            </a:r>
            <a:endParaRPr b="0" lang="en-US" sz="3200" spc="-1" strike="noStrike">
              <a:solidFill>
                <a:srgbClr val="000000"/>
              </a:solidFill>
              <a:latin typeface="Arial"/>
            </a:endParaRPr>
          </a:p>
          <a:p>
            <a:pPr marL="432000" indent="0">
              <a:lnSpc>
                <a:spcPct val="100000"/>
              </a:lnSpc>
              <a:spcBef>
                <a:spcPts val="1417"/>
              </a:spcBef>
              <a:buNone/>
              <a:tabLst>
                <a:tab algn="l" pos="0"/>
              </a:tabLst>
            </a:pPr>
            <a:r>
              <a:rPr b="0" lang="en-US" sz="3200" spc="-1" strike="noStrike">
                <a:solidFill>
                  <a:srgbClr val="000000"/>
                </a:solidFill>
                <a:latin typeface="Arial"/>
              </a:rPr>
              <a:t> </a:t>
            </a:r>
            <a:endParaRPr b="0" lang="en-US" sz="3200" spc="-1" strike="noStrike">
              <a:solidFill>
                <a:srgbClr val="000000"/>
              </a:solidFill>
              <a:latin typeface="Arial"/>
            </a:endParaRPr>
          </a:p>
          <a:p>
            <a:pPr marL="432000" indent="0">
              <a:lnSpc>
                <a:spcPct val="100000"/>
              </a:lnSpc>
              <a:spcBef>
                <a:spcPts val="1417"/>
              </a:spcBef>
              <a:buNone/>
              <a:tabLst>
                <a:tab algn="l" pos="0"/>
              </a:tabLst>
            </a:pPr>
            <a:r>
              <a:rPr b="0" lang="en-US" sz="3200" spc="-1" strike="noStrike">
                <a:solidFill>
                  <a:srgbClr val="000000"/>
                </a:solidFill>
                <a:latin typeface="Arial"/>
              </a:rPr>
              <a:t> </a:t>
            </a:r>
            <a:endParaRPr b="0" lang="en-US" sz="3200" spc="-1" strike="noStrike">
              <a:solidFill>
                <a:srgbClr val="000000"/>
              </a:solidFill>
              <a:latin typeface="Arial"/>
            </a:endParaRPr>
          </a:p>
          <a:p>
            <a:pPr marL="432000" indent="0">
              <a:lnSpc>
                <a:spcPct val="100000"/>
              </a:lnSpc>
              <a:spcBef>
                <a:spcPts val="1417"/>
              </a:spcBef>
              <a:buNone/>
              <a:tabLst>
                <a:tab algn="l" pos="0"/>
              </a:tabLst>
            </a:pPr>
            <a:r>
              <a:rPr b="0" lang="en-US" sz="3200" spc="-1" strike="noStrike">
                <a:solidFill>
                  <a:srgbClr val="000000"/>
                </a:solidFill>
                <a:latin typeface="Arial"/>
              </a:rPr>
              <a:t> </a:t>
            </a:r>
            <a:endParaRPr b="0" lang="en-US" sz="3200" spc="-1" strike="noStrike">
              <a:solidFill>
                <a:srgbClr val="000000"/>
              </a:solidFill>
              <a:latin typeface="Arial"/>
            </a:endParaRPr>
          </a:p>
        </p:txBody>
      </p:sp>
      <p:pic>
        <p:nvPicPr>
          <p:cNvPr id="212" name="" descr=""/>
          <p:cNvPicPr/>
          <p:nvPr/>
        </p:nvPicPr>
        <p:blipFill>
          <a:blip r:embed="rId1"/>
          <a:stretch/>
        </p:blipFill>
        <p:spPr>
          <a:xfrm>
            <a:off x="1002960" y="1371600"/>
            <a:ext cx="9870840" cy="4753080"/>
          </a:xfrm>
          <a:prstGeom prst="rect">
            <a:avLst/>
          </a:prstGeom>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title"/>
          </p:nvPr>
        </p:nvSpPr>
        <p:spPr>
          <a:xfrm>
            <a:off x="609120" y="168840"/>
            <a:ext cx="10967040" cy="624600"/>
          </a:xfrm>
          <a:prstGeom prst="rect">
            <a:avLst/>
          </a:prstGeom>
          <a:noFill/>
          <a:ln w="0">
            <a:noFill/>
          </a:ln>
        </p:spPr>
        <p:txBody>
          <a:bodyPr lIns="0" rIns="0" tIns="0" bIns="0" anchor="ctr">
            <a:noAutofit/>
          </a:bodyPr>
          <a:p>
            <a:pPr indent="0" algn="ctr">
              <a:lnSpc>
                <a:spcPct val="100000"/>
              </a:lnSpc>
              <a:buNone/>
              <a:tabLst>
                <a:tab algn="l" pos="0"/>
              </a:tabLst>
            </a:pPr>
            <a:r>
              <a:rPr b="0" lang="en-US" sz="4400" spc="-1" strike="noStrike">
                <a:solidFill>
                  <a:srgbClr val="000000"/>
                </a:solidFill>
                <a:latin typeface="Arial"/>
              </a:rPr>
              <a:t>Laplace smooth</a:t>
            </a:r>
            <a:endParaRPr b="0" lang="en-US" sz="4400" spc="-1" strike="noStrike">
              <a:solidFill>
                <a:srgbClr val="000000"/>
              </a:solidFill>
              <a:latin typeface="Arial"/>
            </a:endParaRPr>
          </a:p>
        </p:txBody>
      </p:sp>
      <p:sp>
        <p:nvSpPr>
          <p:cNvPr id="214" name="PlaceHolder 2"/>
          <p:cNvSpPr>
            <a:spLocks noGrp="1"/>
          </p:cNvSpPr>
          <p:nvPr>
            <p:ph/>
          </p:nvPr>
        </p:nvSpPr>
        <p:spPr>
          <a:xfrm>
            <a:off x="609120" y="1174680"/>
            <a:ext cx="10967040" cy="49500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pc="-1" strike="noStrike">
                <a:solidFill>
                  <a:srgbClr val="000000"/>
                </a:solidFill>
                <a:latin typeface="Arial"/>
              </a:rPr>
              <a:t>Example</a:t>
            </a:r>
            <a:endParaRPr b="0" lang="en-US" sz="3200" spc="-1" strike="noStrike">
              <a:solidFill>
                <a:srgbClr val="000000"/>
              </a:solidFill>
              <a:latin typeface="Arial"/>
            </a:endParaRPr>
          </a:p>
          <a:p>
            <a:pPr marL="432000" indent="0">
              <a:lnSpc>
                <a:spcPct val="100000"/>
              </a:lnSpc>
              <a:spcBef>
                <a:spcPts val="1417"/>
              </a:spcBef>
              <a:buNone/>
              <a:tabLst>
                <a:tab algn="l" pos="0"/>
              </a:tabLst>
            </a:pPr>
            <a:r>
              <a:rPr b="0" lang="en-US" sz="3200" spc="-1" strike="noStrike">
                <a:solidFill>
                  <a:srgbClr val="000000"/>
                </a:solidFill>
                <a:latin typeface="Arial"/>
              </a:rPr>
              <a:t> </a:t>
            </a:r>
            <a:endParaRPr b="0" lang="en-US" sz="3200" spc="-1" strike="noStrike">
              <a:solidFill>
                <a:srgbClr val="000000"/>
              </a:solidFill>
              <a:latin typeface="Arial"/>
            </a:endParaRPr>
          </a:p>
          <a:p>
            <a:pPr marL="432000" indent="0">
              <a:lnSpc>
                <a:spcPct val="100000"/>
              </a:lnSpc>
              <a:spcBef>
                <a:spcPts val="1417"/>
              </a:spcBef>
              <a:buNone/>
              <a:tabLst>
                <a:tab algn="l" pos="0"/>
              </a:tabLst>
            </a:pPr>
            <a:r>
              <a:rPr b="0" lang="en-US" sz="3200" spc="-1" strike="noStrike">
                <a:solidFill>
                  <a:srgbClr val="000000"/>
                </a:solidFill>
                <a:latin typeface="Arial"/>
              </a:rPr>
              <a:t> </a:t>
            </a:r>
            <a:endParaRPr b="0" lang="en-US" sz="3200" spc="-1" strike="noStrike">
              <a:solidFill>
                <a:srgbClr val="000000"/>
              </a:solidFill>
              <a:latin typeface="Arial"/>
            </a:endParaRPr>
          </a:p>
          <a:p>
            <a:pPr marL="432000" indent="0">
              <a:lnSpc>
                <a:spcPct val="100000"/>
              </a:lnSpc>
              <a:spcBef>
                <a:spcPts val="1417"/>
              </a:spcBef>
              <a:buNone/>
              <a:tabLst>
                <a:tab algn="l" pos="0"/>
              </a:tabLst>
            </a:pPr>
            <a:r>
              <a:rPr b="0" lang="en-US" sz="3200" spc="-1" strike="noStrike">
                <a:solidFill>
                  <a:srgbClr val="000000"/>
                </a:solidFill>
                <a:latin typeface="Arial"/>
              </a:rPr>
              <a:t> </a:t>
            </a:r>
            <a:endParaRPr b="0" lang="en-US" sz="3200" spc="-1" strike="noStrike">
              <a:solidFill>
                <a:srgbClr val="000000"/>
              </a:solidFill>
              <a:latin typeface="Arial"/>
            </a:endParaRPr>
          </a:p>
        </p:txBody>
      </p:sp>
      <p:pic>
        <p:nvPicPr>
          <p:cNvPr id="215" name="" descr=""/>
          <p:cNvPicPr/>
          <p:nvPr/>
        </p:nvPicPr>
        <p:blipFill>
          <a:blip r:embed="rId1"/>
          <a:stretch/>
        </p:blipFill>
        <p:spPr>
          <a:xfrm>
            <a:off x="1383120" y="1600200"/>
            <a:ext cx="9267840" cy="452448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609120" y="168840"/>
            <a:ext cx="10967040" cy="62460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217" name="PlaceHolder 2"/>
          <p:cNvSpPr>
            <a:spLocks noGrp="1"/>
          </p:cNvSpPr>
          <p:nvPr>
            <p:ph/>
          </p:nvPr>
        </p:nvSpPr>
        <p:spPr>
          <a:xfrm>
            <a:off x="0" y="1143000"/>
            <a:ext cx="10967040" cy="495000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218" name="" descr=""/>
          <p:cNvPicPr/>
          <p:nvPr/>
        </p:nvPicPr>
        <p:blipFill>
          <a:blip r:embed="rId1"/>
          <a:stretch/>
        </p:blipFill>
        <p:spPr>
          <a:xfrm>
            <a:off x="685800" y="105120"/>
            <a:ext cx="9371880" cy="4466160"/>
          </a:xfrm>
          <a:prstGeom prst="rect">
            <a:avLst/>
          </a:prstGeom>
          <a:ln w="0">
            <a:noFill/>
          </a:ln>
        </p:spPr>
      </p:pic>
      <p:pic>
        <p:nvPicPr>
          <p:cNvPr id="219" name="" descr=""/>
          <p:cNvPicPr/>
          <p:nvPr/>
        </p:nvPicPr>
        <p:blipFill>
          <a:blip r:embed="rId2"/>
          <a:stretch/>
        </p:blipFill>
        <p:spPr>
          <a:xfrm>
            <a:off x="560520" y="4572000"/>
            <a:ext cx="9497160" cy="205668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965</TotalTime>
  <Application>LibreOffice/24.2.7.2$Linux_X86_64 LibreOffice_project/420$Build-2</Application>
  <AppVersion>15.0000</AppVersion>
  <Words>2911</Words>
  <Paragraphs>139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2021-08-26T06:03:38Z</dcterms:created>
  <dc:creator>mahi</dc:creator>
  <dc:description/>
  <dc:language>en-US</dc:language>
  <cp:lastModifiedBy/>
  <dcterms:modified xsi:type="dcterms:W3CDTF">2026-01-23T22:26:32Z</dcterms:modified>
  <cp:revision>62</cp:revision>
  <dc:subject/>
  <dc:title>Classification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1033-11.1.0.8722</vt:lpwstr>
  </property>
  <property fmtid="{D5CDD505-2E9C-101B-9397-08002B2CF9AE}" pid="3" name="PresentationFormat">
    <vt:lpwstr>Widescreen</vt:lpwstr>
  </property>
  <property fmtid="{D5CDD505-2E9C-101B-9397-08002B2CF9AE}" pid="4" name="Slides">
    <vt:i4>12</vt:i4>
  </property>
</Properties>
</file>