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47C4D3-7BDB-43CC-9DF5-525C56EF9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04044C-193D-49FA-9A95-5AA2803110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CD9F88C-34F9-4D13-91FC-7F3D4F9AAB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868E258-DB5F-4DA7-8DBD-B4D1299073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6B35227-AFB5-4D0D-A3D1-8D7345CF78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1D005B4-18AA-4BB4-887F-18F2B05666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746C6AB-3F3B-4D05-BF07-91B7F479A7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6B52578-2F55-48DB-AB50-5088B4922D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4AEDD2C-3900-4BEC-93AD-73FF7D3BE2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F223B28-2B11-47FF-AE13-AAF5E42EE3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2DF35CB-4F3F-4D8E-8B81-C7C8541913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E92D502-5624-4A18-A45B-D7F491BFAB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726E4F-13F5-4CD0-87A0-4D88CC16B5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AB3088-DE81-426B-AE92-6D50575262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042FEB-ED3A-4C07-A53F-DA01822C8B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91E2EA-1767-49C3-9FDD-DD54B6A3A9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9C979D-99FF-492E-948E-82AF712B64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56689A-C248-4211-83F3-1F9F2A839E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0D6169-A729-4CB1-A81E-046E5A779F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7470B2-54E9-42A8-82B1-F8117DA00D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0A65A5-DD29-462E-884D-614C71E4E5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2913F6-7D95-4E03-A440-7875A19F9C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9D3215-1381-42A1-A795-F5AE046936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4A3344-39E3-4087-A98B-3CECC95877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Naive Bayes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Naïve Bayes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Probabilistic classifier for continuous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Assumes Gaussian distribution(Normal Distribution)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Continuous features are modeled using Gaussian curves (bell curves).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Bayes Theorem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Bayes Theorem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816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Choose class with maximum posterior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853560" y="1371600"/>
            <a:ext cx="7146360" cy="395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Why Gaussian?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Features are numerical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feature follows Normal distribution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 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is represented using Gaussian probability distribution for continuous features.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457560" y="275040"/>
            <a:ext cx="8228160" cy="63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Gaussian Probability Density Function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The Gaussian (normal) distribution is a symmetric probability distribution characterized by its bell-shaped curve.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By assuming that the feature values follow a Gaussian distribution, the algorithm can calculate the likelihood of a feature value belonging to a given class using the Gaussian probability density function (PDF).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924120" y="2524320"/>
            <a:ext cx="6847200" cy="364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Algorithm Steps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Compute class priors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Compute mean &amp; variance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Compute likelihood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Choose max class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50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731520" y="1614240"/>
            <a:ext cx="7761600" cy="36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Classify the new sample using Gaussian Naive Bayes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x = (4, 6)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1: Prior Probabilities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Total samples = 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P(Yes) = 3/6 = 0.5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P(No) = 3/6 = 0.5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2: Mean and Variance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457200" y="2057400"/>
            <a:ext cx="7932960" cy="263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Parameters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Class =YES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85800" y="16466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x1: mean = 4, variance = 8/3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Feature x2: mean = 6, variance = 8/3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39960" y="2514600"/>
            <a:ext cx="6359760" cy="182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Parameters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Class = NO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x1: mean = 3, variance = 8/3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Feature x2: mean = 5, variance = 8/3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3: Gaussian Probability Formula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2057760" y="1756800"/>
            <a:ext cx="5713560" cy="304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Denominator Calculation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1/√(2πσ²) = 1/√(2*3.14*2.66)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        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=0.2450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Same denominator for all classes and features (Because the variance is common in this data)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4: Likelihood for YES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P(X|Yes)=(0.245 *1)*(0.245*1)=0.0600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24360" y="1724400"/>
            <a:ext cx="7446960" cy="216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Likelihood for NO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E^(−0.1875)=0.829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P(X|NO)=(0.245*0.829)*(0.245*0.829)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=0.203 * 0.203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=0.0412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 rot="21584400">
            <a:off x="479520" y="1513440"/>
            <a:ext cx="8428320" cy="235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5: Posterior Probability Comparison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P(Yes|x) = 0.5 ×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0.0600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= 0.03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P(No|x) = 0.5 × 0.0412=0.020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Final Prediction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P(Yes|x) &gt; P(No|x)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Predicted Class = YES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Class with highest posterior probability is selected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2026-01-22T23:59:54Z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