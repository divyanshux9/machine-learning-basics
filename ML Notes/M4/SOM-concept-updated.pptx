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DC6BC4-3BED-45D3-ADE2-E8E024C0CA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80902B-2E4A-44F7-B7CD-995B51DCAF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1AB694-71D5-4913-841E-F32C08931C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33102A7-62B3-4B92-8C6C-044A981003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08BB7D9-4BB7-4AA1-AA8C-5203A1EAF1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4308803-3D09-46D4-93B9-C4354D4D2F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9AA878F-6D30-48A2-AC3C-479871E297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4B271CD-51E3-4DB1-8FAC-AAA7E12A81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F3817B8-97F1-46A0-B2B3-305C037972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E3F2B71-4F57-4DEE-B9A8-BE561A05BD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7528F1BA-88D7-49F3-AAA8-47FAE2F10F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3CFEA5C-F7CA-4487-88C2-28FDFF83BF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F6686C-7C7E-48C4-92E4-E3C828B80D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4CC147-9540-43CD-94F3-FFB71FFB8E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692EB7-95DF-4879-86AD-7F6B43085B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2001A8F-A190-4331-9972-EECED381BF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817307-1E0B-43FE-9BED-5CFD19CDE2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513B05-3DDC-4E97-B927-0E41736EF0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FEB2644-B958-4206-A0A7-0BC21E74AE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AA5083D-0DA6-46EC-9442-98BFE67C44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FD39BEB-53FA-498E-8E71-E5F221B52E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02C023-3278-466F-B12B-EE0724B2C7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D38373-AA66-478F-9908-F8BA93933C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ED597A-FF60-41EF-BAEC-2AF4D6409C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Self-Organizing Map (SOM)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Unsupervised Learning Technique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Also called Kohonen Map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SOM maps high-dimensional data to 2D grid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Preserves topology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for clustering and visualization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Structure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Grid of neurons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Each neuron has weight vector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Same dimension as input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Algorithm Steps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Initialize weights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Find BMU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Update weights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Repeat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Best Matching Unit (BMU)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Neuron with minimum distance to input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Usually Euclidean distance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510840" y="28800"/>
            <a:ext cx="8228520" cy="68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Weight update without neighbor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Weight update with neighbor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771840" y="638640"/>
            <a:ext cx="6999840" cy="2103840"/>
          </a:xfrm>
          <a:prstGeom prst="rect">
            <a:avLst/>
          </a:prstGeom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549360" y="3897720"/>
            <a:ext cx="6971400" cy="175140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3"/>
          <a:stretch/>
        </p:blipFill>
        <p:spPr>
          <a:xfrm>
            <a:off x="844920" y="5646240"/>
            <a:ext cx="6856920" cy="112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8520" cy="566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Neighborhood Function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Neighbors also updated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 = e^(-d^2)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Closer neurons updated more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Learning Rate Decay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α(t) = α0 * e^(-t)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Decreases over time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Grid Distance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Distance between neurons on map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for neighborhood function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Stopping Criteria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Max iterations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Weights stabilize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Learning rate small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Example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Input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X1=[0.2,0.3,0.4], X2=[0.25,0.35,0.45], X3=[0.7,0.8,0.9]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Initial weights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W1=[0.2,0.4,0.5], W2=[0.9,0.5,0.4]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1045080" y="2057400"/>
            <a:ext cx="4929840" cy="334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Iteration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502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BMU = N1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[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Neuron1(N1) represents the output unit and it represents a cluster(group of inputs)]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76680" y="1762560"/>
            <a:ext cx="8152920" cy="258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273960" y="1472400"/>
            <a:ext cx="8619840" cy="494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310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BMU= N1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11880" y="2347920"/>
            <a:ext cx="9143640" cy="319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97560" y="2329920"/>
            <a:ext cx="8972280" cy="322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X3=[0.7,0.8,0.9]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BMU= N2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685800" y="1315080"/>
            <a:ext cx="6803280" cy="439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8280" y="233316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648720" y="914400"/>
            <a:ext cx="7123680" cy="548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807480" y="2435400"/>
            <a:ext cx="7552800" cy="199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From final weights, for every input, find the distance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914400" y="1595520"/>
            <a:ext cx="5531760" cy="45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457200" y="228600"/>
            <a:ext cx="8228520" cy="589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473760" y="1987920"/>
            <a:ext cx="8219880" cy="288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Final Clusters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Cluster 1 → N1 → X1, X2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Cluster 2 → N2 → X3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labeled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Topology preserved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Good visualization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Disadvantages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Computational cost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Grid size selection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Not precise clustering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Clustering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Image compression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Pattern recognition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 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2026-04-05T15:01:08Z</dcterms:modified>
  <cp:revision>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