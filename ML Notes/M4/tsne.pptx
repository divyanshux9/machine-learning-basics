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E69ACB-5252-4C7D-90A1-7846893DF7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A6CBD2C-4A88-48C0-B4BE-3E49D5AFA1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6279B12-55FD-4357-B1B9-61E8A39CAC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F439BC6-40AB-4F6B-997C-5D89FDDA1C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E30AC34-AD4F-407D-B2F3-45AE0487F8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EC32A98-2FBC-4469-BF79-760110B635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8182FBD-8CF1-465E-85E1-FF5CBF88F2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089B0A9-0003-4E42-81FC-50EDE33E85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8305F23-B506-4243-9EFE-192ED8D56B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9E5F885-A7F0-4773-A110-01DADFDC29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6F53CD3-B2D4-48AF-8FED-AADEBA92BF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41C5AAD-F6CB-4783-B55F-D1CF3D6D38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48A7DA-55F0-4207-A04E-3394D377D3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E31430F-E162-4261-A875-A5ABB150C0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87A943F-7DBC-4F51-9891-9C7FED7DDD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4F5C530-D727-46DF-B68C-BB93762E81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54EA3C2-4CC7-4092-9695-EF8129A726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EA9F1B-D1A5-4E50-9616-5FAE31DE1B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757C43-442F-47F4-BD38-22C559CFAA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2EEBD66-7565-4CBA-98FD-B3B1EFC43C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F036857-2A1D-4CF4-B547-333468A10D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A032C8-9588-4604-B570-7EE0EAE736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br>
              <a:rPr sz="4400"/>
            </a:b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t-SNE (t-Distributed Stochastic Neighbor Embedding)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 non-linear dimensionality reduction technique used for visualization of high-dimensional data.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Keeps similar points close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Keeps dissimilar points far apart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Converts high-dimensional data into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2D/3D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 1: High-Dimensional Similarity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Convert distances into probabilities using Gaussian distribution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Nearby points → high probability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 2: Low-Dimensional Mapping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 Student t-distribution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Helps avoid crowding problem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 3: Optimization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Minimize KL Divergence between high-D and low-D distributions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Perplexity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Controls neighborhood size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Typical values: 5–50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Small → local structure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Large → global structure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Why t-Distribution?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Handles crowding problem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Allows distant points to remain far apart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Advantages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Captures non-linear structure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Great visualization tool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Reveals clusters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Limitations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Slow for large datasets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Non-deterministic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Poor global structure preservation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t-SNE vs PCA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PCA: Linear, fast, preserves global structure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t-SNE: Non-linear, slow, preserves local structure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Image data visualization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Text embeddings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Customer segmentation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Bioinformatics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t-SNE is powerful for visualization but not suitable for predictive modeling.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2026-04-13T11:15:16Z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