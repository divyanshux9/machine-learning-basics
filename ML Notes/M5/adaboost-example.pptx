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B02D2F-95FD-4065-950A-262FF65CD8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76F86E-8AEF-4DA9-BA91-DE2BA06C0F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0188776-52F1-421F-978E-E10F568625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1549D64-1550-4D34-990E-522C9F99DB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2B64233-9CD9-40FA-842B-C4B63F254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AE7EA13-C208-45D9-AC5D-4E7FFADA01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882004B-B40D-4AAC-BD7E-D0B882485F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6E068BF-F44E-4385-A22A-BDBC248EF3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E1E4B73-F0A5-420B-A5D9-DAC5BDCE88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CE82770-AB21-4ACD-80BB-32E82D1F08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BABA897-204B-494E-A5D7-EB949B1C7C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7655BD0-8226-4948-9D08-1F4F8776FF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CD768A-F6D8-4FE3-B430-443EC06FC1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414D37-578F-4FAA-8C2A-E3EB66DC5F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05DBB4-3706-4241-BF4A-9A2FD21B17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62F2E7-210B-4BE2-801D-DC634061F3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27AE1F-EEED-4A5B-B6EE-8B8E6CF761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626B52-DFCF-4C0B-8B61-56E921DC4E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6B43788-5427-41AA-BA47-78C7023610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B9EBC1-7E15-48E6-B6CD-6C64B01027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F0F84B-D3DF-45F7-A4CE-B500AB02A6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039CA6-4A0D-4A88-A482-FC7B36377E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1D2C85-C47C-4D41-8F36-3CA266F84D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9C1A07-096B-45E9-AB35-367092D4F9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AdaBoost (Adaptive Boosting)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powerful ensemble learning method that combines weak learners to form a strong classifier.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Steps in AdaBoost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Initialize weights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Train weak learner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Compute error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Compute alpha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 Update weights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 Repeat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Weak Learner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Simple model (e.g., decision stump)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Accuracy slightly better than random guessing.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Weight Update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Correct prediction: decrease weight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Wrong prediction: increase weight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next learner focus on hard samples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Final Model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F(x) = α1h1(x) + α2h2(x) + ... + αThT(x)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prediction = sign(F(x))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1181520" y="1600200"/>
            <a:ext cx="6361560" cy="484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Decision Stump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If ChestPain = Yes , Predicted =Yes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If  BlockedArteries = Yes , Predicted =Yes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If Weight &gt; 160, Predicted =Yes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Steps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228600" y="1600200"/>
            <a:ext cx="8713800" cy="50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297720" y="1221120"/>
            <a:ext cx="8571600" cy="441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Step 3 - Weight Update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324360" y="1524240"/>
            <a:ext cx="8818920" cy="46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546480" y="228600"/>
            <a:ext cx="8139960" cy="640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400" spc="-1" strike="noStrike" baseline="-8000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(x) is the prediction made by the t-th weak learner.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 = individual weak learner prediction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572040" y="685800"/>
            <a:ext cx="8571600" cy="472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chemeClr val="dk1"/>
                </a:solidFill>
                <a:latin typeface="Calibri"/>
              </a:rPr>
              <a:t>Weak Learners</a:t>
            </a:r>
            <a:br>
              <a:rPr sz="2100"/>
            </a:b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h1- If ChestPain = Yes , then Predicted =Yes else No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h2-If  BlockedArteries = Yes , then Predicted =Yes else No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Noto Sans CJK SC"/>
              </a:rPr>
              <a:t>h3-If Weight &gt; 160, then Predicted =Yes else No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57560" y="160056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71160" y="914400"/>
            <a:ext cx="7759800" cy="463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Weight  Learner 1 -Chest Pain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457200" y="1417320"/>
            <a:ext cx="7742880" cy="50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673920" y="749520"/>
            <a:ext cx="7818840" cy="53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Weak Learner 2 – Blocked Arteries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7818840" cy="460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38480" y="274680"/>
            <a:ext cx="7790400" cy="628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560" y="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Weak learner 3 - Weight &gt;160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486000" y="838440"/>
            <a:ext cx="7742880" cy="601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4388760" y="3749040"/>
            <a:ext cx="389520" cy="3895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4388760" y="3749040"/>
            <a:ext cx="389520" cy="3895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466920" y="362160"/>
            <a:ext cx="7990560" cy="649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IF F(X) &gt;0, THEN YES. IF F(X)&lt;0, THEN NO.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83640" y="185760"/>
            <a:ext cx="7799760" cy="575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High accuracy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Reduces bias and variance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Works well with simple models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Disadvantages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Sensitive to noise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Can overfit if too many iterations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2026-04-09T09:51:18Z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