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0C40A7-3FCA-4A99-AAE7-D1643BC2C8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0E6288D-155F-41E1-9D50-A894391215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C6C1DCD-3986-49AF-A464-BF2DA3539A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03A587F-E93A-4094-9D57-0243A874AF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11D7BF3-A237-4645-8E79-14C5EE3437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CA3A53B-F016-43B3-8B89-13DE287922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9DFB557-54CC-4CE3-92C3-6BBF9D5319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AD4DC52-5D44-4F3C-95C0-2B6E62A333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AC80B9F-9337-49F7-BFD0-5DDC57447A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AF83389-D9D7-4C18-9086-D33869C3B5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7D2568D-16C5-42F6-AE07-44CA07EBEF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0AABF333-F6A1-4B30-AD53-39A14C9813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7A821A2-D5FE-4A81-8036-0A6A039E16B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3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7290933-0E3B-4C43-8FCA-55177A61A5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BEC2984-CABB-4463-ADF1-CE5CA14C67D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88076AA-D42A-4A0D-B72F-093CFAD74E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CF3446C-978D-479D-ABA5-CC8664DD4D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C78AA27-F6A5-4BCF-8B11-CCCA7314D8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11CD11F-0DF4-4413-8444-3DB44BDEB1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CBCC022-4F79-42D9-AE69-F4F601456A7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73F038E-0F11-4251-9347-8F8BCD9100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0176055-D001-4F5B-BABA-728A00D34B7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92EA7F3-1E1F-4186-8C0F-15BC940048B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71C0C13-F70F-45FE-8657-556BFFF56B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310680"/>
            <a:ext cx="8228520" cy="498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Q-Learning in Reinforcement Learning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What is Reinforcement Learning?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Learning by interaction with environment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Agent takes actions → receives rewards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Goal: Maximize cumulative reward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Key Elements: Agent, Environment, State, Action, Reward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What is Q-Learning?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Model-free reinforcement learning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Learns optimal policy(Bellman Optimality Principle)  without knowing environment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Uses Q-values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Q-Value Concept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Q(s, a): Expected reward of action a in state 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Stored in Q-table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Q-Learning Equation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Q(s,a) = Q(s,a) + α [R + γ max Q(s',a') - Q(s,a)]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α: learning rate, γ: discount factor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Algorithm Steps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1. Initialize Q-table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 Choose action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 Take action → reward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 Update Q-value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5. Repeat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Learning Parameters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Learning rate (α)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Discount factor (γ)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Exploration rate (ε)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Example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Action Sequence: A to B, B to A, A to A.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1429200" y="2349720"/>
            <a:ext cx="6113880" cy="292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Rewards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802440" y="2144880"/>
            <a:ext cx="7561800" cy="33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135360" y="457200"/>
            <a:ext cx="8414640" cy="594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 rot="21588600">
            <a:off x="255960" y="2527200"/>
            <a:ext cx="8252280" cy="248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616680" y="982800"/>
            <a:ext cx="7933320" cy="489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Updated Q  Table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564480" y="2526120"/>
            <a:ext cx="8038080" cy="180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79440" y="914400"/>
            <a:ext cx="8022960" cy="480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Updated Q table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859680" y="1828800"/>
            <a:ext cx="7447320" cy="365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369000" y="1125720"/>
            <a:ext cx="8428680" cy="460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Updated Q table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685800" y="2057400"/>
            <a:ext cx="7695000" cy="319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Final Policy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56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At A → right (3.95 &gt; 3.2775)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At B → left ( 2.5275 &gt; 1)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Policy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Policy = Best action in each state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Derived from Q-table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Advantages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 model required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Simple implementation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Works for small problems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Limitations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Large state space → huge Q-table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Slow convergence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Not for continuous spaces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Applications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Robotics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Game playing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Path optimization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Recommendation systems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2026-04-10T00:02:31Z</dcterms:modified>
  <cp:revision>21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