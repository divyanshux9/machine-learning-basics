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C90B6D-B352-4AF3-AC91-CE8CE6A768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B1706E8-1E00-4553-BDBF-92B82CA89B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067B48-058F-48C2-A298-A89B8F40BC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AC7E519-E57B-4CBE-8D11-97AF9C9D35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FC582A4-5CCD-4B6A-A223-C07E5B25B6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633BC52-C235-4F35-8F8A-8DCA7738BB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ABA3051-C97C-4B1E-B7C7-9D67449429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48692A9-5513-4370-A07D-FB39565FE6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0F81FE6-B259-4CBA-A538-E6DA6405ED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3165079-04AB-4F6D-81B6-03B0D96F34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00D269B-ADF0-4966-A042-89A719D34B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2A5D69CA-92C2-448E-AA05-26E34CC3CD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ED7C4C-850C-4EE1-A5D9-5F7B42390F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8173BA-87C6-4189-8F1D-4043A3B84F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CA4F7CF-1136-4981-BB05-2FEB6A56C6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03DF3F-49B4-4610-9E24-FF299B6AD0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134B2E-E67B-43C9-9B31-678F8F0D9E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633B7F-3701-48F9-BE4A-234D1987A8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C0159DB-C060-424B-8C25-A4EFAF1EE4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010E69A-5D96-417F-B60C-10C7E6A5CF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97D359-6FA5-4C0D-BA40-872A648B87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C25FB15-734F-44C4-B5C0-8EE28B5B9B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642DFE0-DBC4-43BE-9FB4-F668730587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DDEAFA4-4219-43FB-B587-EA353EFC35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PAC Learning in Machine Learning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360" cy="175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PAC Learning?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PAC = Probably Approximately Correct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 learning framework that ensures: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 –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Hypothesis is approximately correct (low error rate)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 –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With probably(high confidence)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8160" cy="521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"Probably": This part of PAC learning indicates a high level of confidence. It means that the learner's hypothesis will be correct with a high probability.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"Approximately Correct": This part implies that the hypothesis is not necessarily perfectly accurate but is close enough to be practically useful.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PAC Theory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ε (epsilon): Allowed error margin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δ (delta): Confidence parameter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H: Hypothesis class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m: Number of training samples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 u="sng">
                <a:solidFill>
                  <a:schemeClr val="dk1"/>
                </a:solidFill>
                <a:uFillTx/>
                <a:latin typeface="Calibri"/>
              </a:rPr>
              <a:t>Hypothesis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 = the final learned model(rule)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 = all possible models the algorithm could choose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Sample Complexity Formula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 guarantee PAC learning: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 ≥ (1/ε) * ( ln(|H|) + ln(1/δ) 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Where: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 = required training samples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|H| = size of hypothesis space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L(h)≤ϵ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8160" cy="452448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457200" y="1417320"/>
            <a:ext cx="8204040" cy="4753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Sample Complexity 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228160" cy="47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ε = 0.1 (10% error allowed)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δ = 0.05 (95% confidence)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|H| = 100 hypotheses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m=???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 ≥ (1/0.1) * ( ln(100) + ln(1/0.05) 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= 10 * (4.6 + 3)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= 76 samples needed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Example: Email Spam Classification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Goal: Classify email as Spam / Not 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Choose PAC parameters: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ε,δ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features: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Suspicious words, links, attachments, sender type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Learned Hypothesis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Example: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If model error ≤ 5% on samples: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PAC guarantees ≤ 5%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Summary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PAC = Probably Approximately Correct guarantees accuracy using finite samples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Uses parameters ε (error) and δ (confidence)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Sample complexity gives number of samples needed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2025-12-10T08:42:54Z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