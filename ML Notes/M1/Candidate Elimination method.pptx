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7" r:id="rId6"/>
    <p:sldMasterId id="2147483659" r:id="rId7"/>
    <p:sldMasterId id="2147483661" r:id="rId8"/>
    <p:sldMasterId id="2147483663" r:id="rId9"/>
    <p:sldMasterId id="2147483665" r:id="rId10"/>
    <p:sldMasterId id="2147483667" r:id="rId11"/>
    <p:sldMasterId id="2147483669" r:id="rId12"/>
  </p:sldMasterIdLst>
  <p:sldIdLst>
    <p:sldId id="256" r:id="rId13"/>
    <p:sldId id="257" r:id="rId14"/>
    <p:sldId id="258" r:id="rId15"/>
    <p:sldId id="259" r:id="rId16"/>
    <p:sldId id="260" r:id="rId17"/>
    <p:sldId id="261" r:id="rId18"/>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838080" y="1825560"/>
            <a:ext cx="10514520" cy="43502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924F898-B76E-4F1C-8340-B04FCC416EB8}"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4FB652B8-7264-4AF1-8319-906CD5DBF749}"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E714CFD4-2189-4381-83A6-2B1F0FCE7267}"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3A8D6CDB-7C8F-46D5-95D9-4A2580CECC66}"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9719C3F1-4663-4D9A-90BB-726986D168D7}"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DFE92968-62A4-4A1E-851A-9D6A4B7FEDD2}"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 name="PlaceHolder 2"/>
          <p:cNvSpPr>
            <a:spLocks noGrp="1"/>
          </p:cNvSpPr>
          <p:nvPr>
            <p:ph/>
          </p:nvPr>
        </p:nvSpPr>
        <p:spPr>
          <a:xfrm>
            <a:off x="838080" y="1825560"/>
            <a:ext cx="513108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 name="PlaceHolder 3"/>
          <p:cNvSpPr>
            <a:spLocks noGrp="1"/>
          </p:cNvSpPr>
          <p:nvPr>
            <p:ph/>
          </p:nvPr>
        </p:nvSpPr>
        <p:spPr>
          <a:xfrm>
            <a:off x="6226200" y="1825560"/>
            <a:ext cx="513108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71A5674F-C43E-4461-81CF-398388A1F19C}"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1FEF9A29-10CC-4875-ACB1-324814E66183}"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0AE547C1-041A-4737-97BA-EF8BB9E888BD}"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AD9F5F10-F7C7-486A-95FE-F395FFA45CA0}"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AE93DCFF-4EBF-43E4-B2F6-76DD7CDB01AC}"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AE088873-91D6-46C1-93A5-F14F66BF55E8}"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 Id="rId3"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6.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7.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8.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9.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0.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1.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09A602CB-8666-4CCE-BA1F-BD2998ED861D}"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BBBE72AE-3CE3-4D24-804E-5F7357A1F760}"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8" name="PlaceHolder 3"/>
          <p:cNvSpPr>
            <a:spLocks noGrp="1"/>
          </p:cNvSpPr>
          <p:nvPr>
            <p:ph type="dt" idx="6"/>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39D72A60-0B09-4C05-9401-44CF698BAE33}"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1" name="PlaceHolder 3"/>
          <p:cNvSpPr>
            <a:spLocks noGrp="1"/>
          </p:cNvSpPr>
          <p:nvPr>
            <p:ph type="dt" idx="9"/>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838080" y="1825560"/>
            <a:ext cx="105145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ftr" idx="10"/>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540CFE4D-32C7-4B3D-B527-2B00CA111522}"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6" name="PlaceHolder 5"/>
          <p:cNvSpPr>
            <a:spLocks noGrp="1"/>
          </p:cNvSpPr>
          <p:nvPr>
            <p:ph type="dt" idx="12"/>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 id="2147483656"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ftr" idx="13"/>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2" name="PlaceHolder 2"/>
          <p:cNvSpPr>
            <a:spLocks noGrp="1"/>
          </p:cNvSpPr>
          <p:nvPr>
            <p:ph type="sldNum" idx="14"/>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F5867D60-16A7-4446-B133-DD3BACDBD681}"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3" name="PlaceHolder 3"/>
          <p:cNvSpPr>
            <a:spLocks noGrp="1"/>
          </p:cNvSpPr>
          <p:nvPr>
            <p:ph type="dt" idx="15"/>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8"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 name="PlaceHolder 2"/>
          <p:cNvSpPr>
            <a:spLocks noGrp="1"/>
          </p:cNvSpPr>
          <p:nvPr>
            <p:ph type="body"/>
          </p:nvPr>
        </p:nvSpPr>
        <p:spPr>
          <a:xfrm>
            <a:off x="838080" y="1825560"/>
            <a:ext cx="51307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 name="PlaceHolder 3"/>
          <p:cNvSpPr>
            <a:spLocks noGrp="1"/>
          </p:cNvSpPr>
          <p:nvPr>
            <p:ph type="body"/>
          </p:nvPr>
        </p:nvSpPr>
        <p:spPr>
          <a:xfrm>
            <a:off x="6226200" y="1825560"/>
            <a:ext cx="51307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4"/>
          <p:cNvSpPr>
            <a:spLocks noGrp="1"/>
          </p:cNvSpPr>
          <p:nvPr>
            <p:ph type="ftr" idx="16"/>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 name="PlaceHolder 5"/>
          <p:cNvSpPr>
            <a:spLocks noGrp="1"/>
          </p:cNvSpPr>
          <p:nvPr>
            <p:ph type="sldNum" idx="17"/>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43ABF5C1-C7EF-469B-BEB1-659191F32621}"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9" name="PlaceHolder 6"/>
          <p:cNvSpPr>
            <a:spLocks noGrp="1"/>
          </p:cNvSpPr>
          <p:nvPr>
            <p:ph type="dt" idx="18"/>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0"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ftr" idx="19"/>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4" name="PlaceHolder 2"/>
          <p:cNvSpPr>
            <a:spLocks noGrp="1"/>
          </p:cNvSpPr>
          <p:nvPr>
            <p:ph type="sldNum" idx="20"/>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721AEF49-0272-47E7-A7BA-95EC01373962}"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5" name="PlaceHolder 3"/>
          <p:cNvSpPr>
            <a:spLocks noGrp="1"/>
          </p:cNvSpPr>
          <p:nvPr>
            <p:ph type="dt" idx="21"/>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ftr" idx="22"/>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3"/>
          <p:cNvSpPr>
            <a:spLocks noGrp="1"/>
          </p:cNvSpPr>
          <p:nvPr>
            <p:ph type="sldNum" idx="23"/>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04C217BE-4DC4-45F0-A950-01194D890859}"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9" name="PlaceHolder 4"/>
          <p:cNvSpPr>
            <a:spLocks noGrp="1"/>
          </p:cNvSpPr>
          <p:nvPr>
            <p:ph type="dt" idx="24"/>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4"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ftr" idx="25"/>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 name="PlaceHolder 2"/>
          <p:cNvSpPr>
            <a:spLocks noGrp="1"/>
          </p:cNvSpPr>
          <p:nvPr>
            <p:ph type="sldNum" idx="26"/>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B2F56915-0F72-4498-BBB8-237479CDED23}"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3" name="PlaceHolder 3"/>
          <p:cNvSpPr>
            <a:spLocks noGrp="1"/>
          </p:cNvSpPr>
          <p:nvPr>
            <p:ph type="dt" idx="27"/>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6"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9"/>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96538D84-D4E1-4E04-A2C3-AE8590FE8FA9}"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6" name="PlaceHolder 3"/>
          <p:cNvSpPr>
            <a:spLocks noGrp="1"/>
          </p:cNvSpPr>
          <p:nvPr>
            <p:ph type="dt" idx="30"/>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8"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32"/>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7A5D6048-453B-46D8-8328-314FD9A4FE70}"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3"/>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0"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p:nvPr>
        </p:nvSpPr>
        <p:spPr>
          <a:xfrm>
            <a:off x="407520" y="198720"/>
            <a:ext cx="11339640" cy="6588720"/>
          </a:xfrm>
          <a:prstGeom prst="rect">
            <a:avLst/>
          </a:prstGeom>
          <a:noFill/>
          <a:ln w="0">
            <a:noFill/>
          </a:ln>
        </p:spPr>
        <p:txBody>
          <a:bodyPr lIns="91440" rIns="91440" tIns="45720" bIns="45720" anchor="t">
            <a:normAutofit fontScale="68333"/>
          </a:bodyPr>
          <a:p>
            <a:pPr indent="0" defTabSz="914400">
              <a:lnSpc>
                <a:spcPct val="110000"/>
              </a:lnSpc>
              <a:buNone/>
              <a:tabLst>
                <a:tab algn="l" pos="0"/>
              </a:tabLst>
            </a:pPr>
            <a:r>
              <a:rPr b="1" lang="en-US" sz="2400" spc="-1" strike="noStrike">
                <a:solidFill>
                  <a:srgbClr val="242424"/>
                </a:solidFill>
                <a:latin typeface="Book Antiqua"/>
              </a:rPr>
              <a:t>What is the Candidate Elimination Algorithm?</a:t>
            </a:r>
            <a:endParaRPr b="0" lang="en-US" sz="2400" spc="-1" strike="noStrike">
              <a:solidFill>
                <a:srgbClr val="000000"/>
              </a:solidFill>
              <a:latin typeface="Arial"/>
            </a:endParaRPr>
          </a:p>
          <a:p>
            <a:pPr indent="0" defTabSz="914400">
              <a:lnSpc>
                <a:spcPct val="110000"/>
              </a:lnSpc>
              <a:buNone/>
              <a:tabLst>
                <a:tab algn="l" pos="0"/>
              </a:tabLst>
            </a:pPr>
            <a:endParaRPr b="0" lang="en-US" sz="2400" spc="-1" strike="noStrike">
              <a:solidFill>
                <a:srgbClr val="000000"/>
              </a:solidFill>
              <a:latin typeface="Arial"/>
            </a:endParaRPr>
          </a:p>
          <a:p>
            <a:pPr indent="0" defTabSz="914400">
              <a:lnSpc>
                <a:spcPct val="110000"/>
              </a:lnSpc>
              <a:buNone/>
              <a:tabLst>
                <a:tab algn="l" pos="0"/>
              </a:tabLst>
            </a:pPr>
            <a:r>
              <a:rPr b="0" i="1" lang="en-US" sz="2400" spc="-1" strike="noStrike">
                <a:solidFill>
                  <a:srgbClr val="242424"/>
                </a:solidFill>
                <a:latin typeface="Book Antiqua"/>
              </a:rPr>
              <a:t>The Candidate Elimination Algorithm is a method for learning a concept from a set of positive and negative examples. It incrementally refines the hypothesis space by generalizing and specializing the hypotheses to arrive at the most specific and general hypotheses consistent with the examples.</a:t>
            </a:r>
            <a:endParaRPr b="0" lang="en-US" sz="2400" spc="-1" strike="noStrike">
              <a:solidFill>
                <a:srgbClr val="000000"/>
              </a:solidFill>
              <a:latin typeface="Arial"/>
            </a:endParaRPr>
          </a:p>
          <a:p>
            <a:pPr indent="0" defTabSz="914400">
              <a:lnSpc>
                <a:spcPct val="110000"/>
              </a:lnSpc>
              <a:buNone/>
              <a:tabLst>
                <a:tab algn="l" pos="0"/>
              </a:tabLst>
            </a:pPr>
            <a:endParaRPr b="0" lang="en-US" sz="2400" spc="-1" strike="noStrike">
              <a:solidFill>
                <a:srgbClr val="000000"/>
              </a:solidFill>
              <a:latin typeface="Arial"/>
            </a:endParaRPr>
          </a:p>
          <a:p>
            <a:pPr indent="0" defTabSz="914400">
              <a:lnSpc>
                <a:spcPct val="110000"/>
              </a:lnSpc>
              <a:buNone/>
              <a:tabLst>
                <a:tab algn="l" pos="0"/>
              </a:tabLst>
            </a:pPr>
            <a:r>
              <a:rPr b="0" lang="en-US" sz="2400" spc="-1" strike="noStrike">
                <a:solidFill>
                  <a:srgbClr val="242424"/>
                </a:solidFill>
                <a:latin typeface="Book Antiqua"/>
              </a:rPr>
              <a:t>In </a:t>
            </a:r>
            <a:r>
              <a:rPr b="0" lang="en-US" sz="2400" spc="-1" strike="noStrike">
                <a:solidFill>
                  <a:srgbClr val="002060"/>
                </a:solidFill>
                <a:latin typeface="Book Antiqua"/>
              </a:rPr>
              <a:t>concept learning</a:t>
            </a:r>
            <a:r>
              <a:rPr b="0" lang="en-US" sz="2400" spc="-1" strike="noStrike">
                <a:solidFill>
                  <a:srgbClr val="242424"/>
                </a:solidFill>
                <a:latin typeface="Book Antiqua"/>
              </a:rPr>
              <a:t>, we have a dataset of objects labeled as either </a:t>
            </a:r>
            <a:r>
              <a:rPr b="1" i="1" lang="en-US" sz="2400" spc="-1" strike="noStrike">
                <a:solidFill>
                  <a:srgbClr val="002060"/>
                </a:solidFill>
                <a:latin typeface="Book Antiqua"/>
              </a:rPr>
              <a:t>positive or negative</a:t>
            </a:r>
            <a:r>
              <a:rPr b="0" lang="en-US" sz="2400" spc="-1" strike="noStrike">
                <a:solidFill>
                  <a:srgbClr val="242424"/>
                </a:solidFill>
                <a:latin typeface="Book Antiqua"/>
              </a:rPr>
              <a:t>. The positive ones are members of the target concept, and the negative ones aren’t. Our goal is to formulate a proper concept function using the data, and the Candidate Elimination Algorithm (CEA) is a technique for doing precisely so.</a:t>
            </a:r>
            <a:endParaRPr b="0" lang="en-US" sz="2400" spc="-1" strike="noStrike">
              <a:solidFill>
                <a:srgbClr val="000000"/>
              </a:solidFill>
              <a:latin typeface="Arial"/>
            </a:endParaRPr>
          </a:p>
          <a:p>
            <a:pPr indent="0" defTabSz="914400">
              <a:lnSpc>
                <a:spcPct val="110000"/>
              </a:lnSpc>
              <a:buNone/>
              <a:tabLst>
                <a:tab algn="l" pos="0"/>
              </a:tabLst>
            </a:pPr>
            <a:endParaRPr b="0" lang="en-US" sz="2400" spc="-1" strike="noStrike">
              <a:solidFill>
                <a:srgbClr val="000000"/>
              </a:solidFill>
              <a:latin typeface="Arial"/>
            </a:endParaRPr>
          </a:p>
          <a:p>
            <a:pPr indent="0" defTabSz="914400">
              <a:lnSpc>
                <a:spcPct val="110000"/>
              </a:lnSpc>
              <a:spcBef>
                <a:spcPts val="1191"/>
              </a:spcBef>
              <a:spcAft>
                <a:spcPts val="992"/>
              </a:spcAft>
              <a:buNone/>
              <a:tabLst>
                <a:tab algn="l" pos="0"/>
              </a:tabLst>
            </a:pPr>
            <a:endParaRPr b="0" lang="en-US" sz="2400" spc="-1" strike="noStrike">
              <a:solidFill>
                <a:srgbClr val="000000"/>
              </a:solidFill>
              <a:latin typeface="Arial"/>
            </a:endParaRPr>
          </a:p>
          <a:p>
            <a:pPr indent="0" defTabSz="914400">
              <a:lnSpc>
                <a:spcPct val="110000"/>
              </a:lnSpc>
              <a:spcBef>
                <a:spcPts val="1191"/>
              </a:spcBef>
              <a:spcAft>
                <a:spcPts val="992"/>
              </a:spcAft>
              <a:buNone/>
              <a:tabLst>
                <a:tab algn="l" pos="0"/>
              </a:tabLst>
            </a:pPr>
            <a:r>
              <a:rPr b="0" lang="en-US" sz="2400" spc="-1" strike="noStrike">
                <a:solidFill>
                  <a:srgbClr val="242424"/>
                </a:solidFill>
                <a:latin typeface="Book Antiqua"/>
              </a:rPr>
              <a:t>For each positive example, generalize the specific hypothesis to cover the example.</a:t>
            </a:r>
            <a:endParaRPr b="0" lang="en-US" sz="2400" spc="-1" strike="noStrike">
              <a:solidFill>
                <a:srgbClr val="000000"/>
              </a:solidFill>
              <a:latin typeface="Arial"/>
            </a:endParaRPr>
          </a:p>
          <a:p>
            <a:pPr indent="0" defTabSz="914400">
              <a:lnSpc>
                <a:spcPct val="110000"/>
              </a:lnSpc>
              <a:spcBef>
                <a:spcPts val="1191"/>
              </a:spcBef>
              <a:spcAft>
                <a:spcPts val="992"/>
              </a:spcAft>
              <a:buNone/>
              <a:tabLst>
                <a:tab algn="l" pos="0"/>
              </a:tabLst>
            </a:pPr>
            <a:r>
              <a:rPr b="0" lang="en-US" sz="2400" spc="-1" strike="noStrike">
                <a:solidFill>
                  <a:srgbClr val="242424"/>
                </a:solidFill>
                <a:latin typeface="Book Antiqua"/>
              </a:rPr>
              <a:t>For each negative example, specialize the general hypotheses to exclude the example.</a:t>
            </a:r>
            <a:endParaRPr b="0" lang="en-US" sz="2400" spc="-1" strike="noStrike">
              <a:solidFill>
                <a:srgbClr val="000000"/>
              </a:solidFill>
              <a:latin typeface="Arial"/>
            </a:endParaRPr>
          </a:p>
          <a:p>
            <a:pPr indent="0" defTabSz="914400">
              <a:lnSpc>
                <a:spcPct val="110000"/>
              </a:lnSpc>
              <a:buNone/>
              <a:tabLst>
                <a:tab algn="l" pos="0"/>
              </a:tabLst>
            </a:pPr>
            <a:endParaRPr b="0" lang="en-US" sz="2400" spc="-1" strike="noStrike">
              <a:solidFill>
                <a:srgbClr val="000000"/>
              </a:solidFill>
              <a:latin typeface="Arial"/>
            </a:endParaRPr>
          </a:p>
          <a:p>
            <a:pPr indent="0" defTabSz="914400">
              <a:lnSpc>
                <a:spcPct val="110000"/>
              </a:lnSpc>
              <a:buNone/>
              <a:tabLst>
                <a:tab algn="l" pos="0"/>
              </a:tabLst>
            </a:pPr>
            <a:r>
              <a:rPr b="0" lang="en-US" sz="2400" spc="-1" strike="noStrike">
                <a:solidFill>
                  <a:srgbClr val="242424"/>
                </a:solidFill>
                <a:latin typeface="Book Antiqua"/>
              </a:rPr>
              <a:t>CEA finds the version space V by identifying its general and specific boundaries, G and S. G contains the most general hypotheses in V, whereas the most specific ones are in S.</a:t>
            </a:r>
            <a:endParaRPr b="0" lang="en-US" sz="2400" spc="-1" strike="noStrike">
              <a:solidFill>
                <a:srgbClr val="000000"/>
              </a:solidFill>
              <a:latin typeface="Arial"/>
            </a:endParaRPr>
          </a:p>
          <a:p>
            <a:pPr indent="0" defTabSz="914400">
              <a:lnSpc>
                <a:spcPct val="110000"/>
              </a:lnSpc>
              <a:spcBef>
                <a:spcPts val="1001"/>
              </a:spcBef>
              <a:buNone/>
              <a:tabLst>
                <a:tab algn="l" pos="0"/>
              </a:tabLst>
            </a:pPr>
            <a:endParaRPr b="0" lang="en-US" sz="1050" spc="-1" strike="noStrike">
              <a:solidFill>
                <a:srgbClr val="000000"/>
              </a:solidFill>
              <a:latin typeface="Arial"/>
            </a:endParaRPr>
          </a:p>
          <a:p>
            <a:pPr marL="228600" indent="-228600" defTabSz="914400">
              <a:lnSpc>
                <a:spcPct val="110000"/>
              </a:lnSpc>
              <a:spcBef>
                <a:spcPts val="1001"/>
              </a:spcBef>
              <a:buClr>
                <a:srgbClr val="2f5597"/>
              </a:buClr>
              <a:buFont typeface="Arial"/>
              <a:buChar char="•"/>
              <a:tabLst>
                <a:tab algn="l" pos="0"/>
              </a:tabLst>
            </a:pPr>
            <a:r>
              <a:rPr b="0" lang="en-US" sz="2300" spc="-1" strike="noStrike">
                <a:solidFill>
                  <a:schemeClr val="accent1">
                    <a:lumMod val="75000"/>
                  </a:schemeClr>
                </a:solidFill>
                <a:latin typeface="Book Antiqua"/>
              </a:rPr>
              <a:t>Specific Hypothesis (S): The most specific hypothesis that covers all positive examples seen so far.</a:t>
            </a:r>
            <a:endParaRPr b="0" lang="en-US" sz="2300" spc="-1" strike="noStrike">
              <a:solidFill>
                <a:srgbClr val="000000"/>
              </a:solidFill>
              <a:latin typeface="Arial"/>
            </a:endParaRPr>
          </a:p>
          <a:p>
            <a:pPr marL="228600" indent="-228600" defTabSz="914400">
              <a:lnSpc>
                <a:spcPct val="110000"/>
              </a:lnSpc>
              <a:spcBef>
                <a:spcPts val="1001"/>
              </a:spcBef>
              <a:buClr>
                <a:srgbClr val="2f5597"/>
              </a:buClr>
              <a:buFont typeface="Arial"/>
              <a:buChar char="•"/>
              <a:tabLst>
                <a:tab algn="l" pos="0"/>
              </a:tabLst>
            </a:pPr>
            <a:r>
              <a:rPr b="0" lang="en-US" sz="2300" spc="-1" strike="noStrike">
                <a:solidFill>
                  <a:schemeClr val="accent1">
                    <a:lumMod val="75000"/>
                  </a:schemeClr>
                </a:solidFill>
                <a:latin typeface="Book Antiqua"/>
              </a:rPr>
              <a:t>General Hypothesis (G): The most general hypothesis that covers all positive examples and excludes negative examples.</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TextBox 2"/>
          <p:cNvSpPr/>
          <p:nvPr/>
        </p:nvSpPr>
        <p:spPr>
          <a:xfrm>
            <a:off x="387720" y="253080"/>
            <a:ext cx="11505960" cy="4248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200" spc="-1" strike="noStrike">
                <a:solidFill>
                  <a:srgbClr val="000000"/>
                </a:solidFill>
                <a:latin typeface="Raleway"/>
              </a:rPr>
              <a:t>Example: -  Weather</a:t>
            </a:r>
            <a:endParaRPr b="0" lang="en-US" sz="2200" spc="-1" strike="noStrike">
              <a:solidFill>
                <a:srgbClr val="000000"/>
              </a:solidFill>
              <a:latin typeface="Arial"/>
            </a:endParaRPr>
          </a:p>
        </p:txBody>
      </p:sp>
      <p:pic>
        <p:nvPicPr>
          <p:cNvPr id="52" name="Picture 5" descr=""/>
          <p:cNvPicPr/>
          <p:nvPr/>
        </p:nvPicPr>
        <p:blipFill>
          <a:blip r:embed="rId1"/>
          <a:stretch/>
        </p:blipFill>
        <p:spPr>
          <a:xfrm>
            <a:off x="1296360" y="1199160"/>
            <a:ext cx="11048040" cy="40586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54" name="PlaceHolder 2"/>
          <p:cNvSpPr>
            <a:spLocks noGrp="1"/>
          </p:cNvSpPr>
          <p:nvPr>
            <p:ph/>
          </p:nvPr>
        </p:nvSpPr>
        <p:spPr>
          <a:xfrm>
            <a:off x="838080" y="1825560"/>
            <a:ext cx="10514520" cy="435024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55" name="Picture 4" descr=""/>
          <p:cNvPicPr/>
          <p:nvPr/>
        </p:nvPicPr>
        <p:blipFill>
          <a:blip r:embed="rId1"/>
          <a:stretch/>
        </p:blipFill>
        <p:spPr>
          <a:xfrm>
            <a:off x="0" y="252360"/>
            <a:ext cx="12191040" cy="63518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57" name="PlaceHolder 2"/>
          <p:cNvSpPr>
            <a:spLocks noGrp="1"/>
          </p:cNvSpPr>
          <p:nvPr>
            <p:ph/>
          </p:nvPr>
        </p:nvSpPr>
        <p:spPr>
          <a:xfrm>
            <a:off x="838080" y="1825560"/>
            <a:ext cx="10514520" cy="435024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58" name="Picture 3" descr=""/>
          <p:cNvPicPr/>
          <p:nvPr/>
        </p:nvPicPr>
        <p:blipFill>
          <a:blip r:embed="rId1"/>
          <a:stretch/>
        </p:blipFill>
        <p:spPr>
          <a:xfrm>
            <a:off x="950400" y="167040"/>
            <a:ext cx="10021320" cy="66898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Example</a:t>
            </a:r>
            <a:endParaRPr b="0" lang="en-US" sz="4400" spc="-1" strike="noStrike">
              <a:solidFill>
                <a:srgbClr val="000000"/>
              </a:solidFill>
              <a:latin typeface="Arial"/>
            </a:endParaRPr>
          </a:p>
        </p:txBody>
      </p:sp>
      <p:sp>
        <p:nvSpPr>
          <p:cNvPr id="60"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pic>
        <p:nvPicPr>
          <p:cNvPr id="61" name="Picture 2" descr=""/>
          <p:cNvPicPr/>
          <p:nvPr/>
        </p:nvPicPr>
        <p:blipFill>
          <a:blip r:embed="rId1"/>
          <a:stretch/>
        </p:blipFill>
        <p:spPr>
          <a:xfrm>
            <a:off x="953280" y="2514960"/>
            <a:ext cx="9562680" cy="24908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63" name="PlaceHolder 2"/>
          <p:cNvSpPr>
            <a:spLocks noGrp="1"/>
          </p:cNvSpPr>
          <p:nvPr>
            <p:ph/>
          </p:nvPr>
        </p:nvSpPr>
        <p:spPr>
          <a:xfrm>
            <a:off x="838080" y="1825560"/>
            <a:ext cx="10514520" cy="435024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64" name="Picture 4" descr=""/>
          <p:cNvPicPr/>
          <p:nvPr/>
        </p:nvPicPr>
        <p:blipFill>
          <a:blip r:embed="rId1"/>
          <a:stretch/>
        </p:blipFill>
        <p:spPr>
          <a:xfrm>
            <a:off x="0" y="273960"/>
            <a:ext cx="12191040" cy="62175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1701</TotalTime>
  <Application>LibreOffice/24.2.7.2$Linux_X86_64 LibreOffice_project/420$Build-2</Application>
  <AppVersion>15.0000</AppVersion>
  <Words>404</Words>
  <Paragraphs>24</Paragraphs>
  <Company>HP</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2024-04-18T03:16:21Z</dcterms:created>
  <dc:creator>Viswanathan Vadivel</dc:creator>
  <dc:description/>
  <dc:language>en-US</dc:language>
  <cp:lastModifiedBy/>
  <cp:lastPrinted>2026-01-05T13:11:20Z</cp:lastPrinted>
  <dcterms:modified xsi:type="dcterms:W3CDTF">2026-01-22T08:06:19Z</dcterms:modified>
  <cp:revision>21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11</vt:i4>
  </property>
</Properties>
</file>