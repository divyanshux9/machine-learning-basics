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C80168-5649-4F5A-BA4D-EE97F35E12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A0605B-B500-4ABE-B438-DF66F6B5E7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5E2BF4-10FC-413B-828E-8E4B45005FC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85E594-E276-449B-8447-5A7534CCC6B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One Class SVM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9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One-Class SVM is an unsupervised machine learning algorithm used mainly for: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Anomaly Detection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Outlier Detection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Novelty Detection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Instead of learning two classes (0 and 1) like normal SVM, it learns only one class (normal data) and detects whether a new data point is similar or different from that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685800" y="685800"/>
            <a:ext cx="90694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Classification problems are often solved using supervised learning algorithms such 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Forest Classifier, Support Vector Machine, Logistic Regressor (for binary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classification)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specific type of binary classification problem with single class training examples is called One-Class Classification (OCC). One-Class Classification is solved using an unsupervised or semi-supervised learning algorithm such as One-Class Support Vector Machines (1-SVM),Support Vector Data Description (SVDD)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One of the popular examples of One-Class Classification is Anamoly Detection (AD) i.e.,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outlier detection and novelty detection. So, it is dealing with class imbalance.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302760" y="91440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One-Class Support Vector Machine (SVM) is a variant of the traditional SVM. It 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specifically tailored to detect anomalies. Its primary aim is to locate instances that notably deviate from the standard.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Unlike conventional machine learning models focused on binary or multiclass classification, the one-class SVM specializes in outlier or novelty detection within datasets.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531360" y="228600"/>
            <a:ext cx="9069480" cy="484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SVMs work by finding the optimal hyperplane that separates different classes in feature space while maximizing the margin between them. This hyperplane is based on a subset of training data points called support vectors.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2743200" y="1143000"/>
            <a:ext cx="5485680" cy="440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/>
          </p:nvPr>
        </p:nvSpPr>
        <p:spPr>
          <a:xfrm>
            <a:off x="503640" y="457200"/>
            <a:ext cx="9069480" cy="41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833760" y="904320"/>
            <a:ext cx="10079280" cy="460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3640" y="22860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0" y="957600"/>
            <a:ext cx="10079280" cy="460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354240" y="984240"/>
            <a:ext cx="10079280" cy="460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457200" y="914400"/>
            <a:ext cx="10079280" cy="460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207360" y="914400"/>
            <a:ext cx="984492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0" y="1106280"/>
            <a:ext cx="10079280" cy="432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-21240" y="494280"/>
            <a:ext cx="10079280" cy="362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Optimize Hyperparameters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Hyperparameter optimization means finding the best values of parameters that control the learning process of a model so that the model performs better.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Hyperparameters control how the model learns.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Correct hyperparameters help to: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Improve model accuracy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Reduce overfitting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Reduce underfitting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Improve generalization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07360" y="1646280"/>
            <a:ext cx="10079280" cy="292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Techniques like grid or random search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cross-validation to find the optimal values.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Example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253520" y="2256120"/>
            <a:ext cx="6975720" cy="254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2026-03-11T21:25:03Z</dcterms:created>
  <dc:creator/>
  <dc:description/>
  <dc:language>en-US</dc:language>
  <cp:lastModifiedBy/>
  <dcterms:modified xsi:type="dcterms:W3CDTF">2026-03-12T13:38:04Z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