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F2D4BE-FBCF-487F-8E07-FCD3E515B4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51F161-DF22-4DFC-A30E-DC428F8D71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9F018D-C99A-4ABC-83CD-5337F098CF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6108A85-0C56-40A2-9DBE-01089E610F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0ECDB6E-99BE-45B6-8AC6-9AD2EE74B4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1650DB8-7D8B-4DE8-944C-D7A8ED3671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63CD8EE-0B4D-406D-9EBE-D11018E5DD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EE23119-7D17-4BB7-983D-699F669086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268FEE1-C8A0-4FC9-AD99-B088532E80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4D3F742-B4FB-48B5-B218-320DBB38AD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67F6512-C8BD-452A-A4E9-0F6537A8E7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421245A-C909-4E8E-98D7-2C23847B30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DA877B-9945-4E3E-B281-2AFCDAB2BD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B19C0A-4D1D-4624-BEE0-0CD0F747EB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D46E04-9353-4A97-9A06-5307AE0410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53F7E1-3F58-47F3-992B-D196C4ACCF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774093-4DA3-44AB-A88E-87FC284191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33CD8C-1396-45C7-91A0-837AABF022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1BD541-7DF5-479E-B4E6-23D4715E4C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B27103-AD94-4613-B184-E1939609F5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016110-0ABF-40FD-8D37-75862E48DF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EB73F8-20C2-4034-AAC1-0DEA2E107B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3DD2FC-F924-4177-ADAF-12A7350540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4D815E-7249-4728-BC8E-C08372F6DD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google.com/search?q=multi-layer+networks&amp;newwindow=1&amp;sca_esv=d705eb1ba6705ff2&amp;sxsrf=ANbL-n4dD_3wTdZyi6nA2p3kh1S-_bhZJA%3A1771994287878&amp;ei=r3yeae3mNJD2seMP44rZiQ4&amp;biw=1488&amp;bih=838&amp;oq=advant+of+single+layer+perceptron&amp;gs_lp=Egxnd3Mtd2l6LXNlcnAiIWFkdmFudCBvZiBzaW5nbGUgbGF5ZXIgcGVyY2VwdHJvbioCCAEyBhAAGAcYHjIGEAAYBxgeMggQABgIGAcYHjILEAAYgAQYigUYhgMyCxAAGIAEGIoFGIYDMgUQABjvBTIIEAAYiQUYogRIrjFQAFjHHnAAeAGQAQCYAY8BoAHNBKoBAzUuMbgBAcgBAPgBAZgCBqAC5wTCAggQABgFGAcYHsICChAAGAUYBxgeGAqYAwCSBwM1LjGgB6wqsgcDNS4xuAfnBMIHBTAuNC4yyAcQgAgB&amp;sclient=gws-wiz-serp&amp;mstk=AUtExfAp5-DH6nswKAy3bN-QSzx6fjzw1CWiY3aBKfIk_oYBNMoQ_L-cX17yk7Hbwjya2jQsUY35wffBDVGjBukW2KqPwWjw8S0gx9bPEqGDAvhUmI5C0HazaYCs3e6z-bPQKgtAgI_ORcIvic4a61-BYVN1Y5t1a99p2HyxnnwFTl8qTaNV_eOva1WL8uxACDMq-udY&amp;csui=3&amp;ved=2ahUKEwj9m5m96fOSAxUKRmwGHWCCKYMQgK4QegQIBRAD" TargetMode="External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Neural Network and Perceptron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a Neural Network?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Neural Network is a machine learning model inspired by the human brain.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Consists of neurons (nodes) connected with weights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Organized into layers: Input, Hidden, Output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Structure of Neural Network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Three main layers: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Input Layer – Receives features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Hidden Layer(s) – Performs computation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Output Layer – Produces final result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Mathematical Model of a Neuron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neuron computes: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z = w1x1 + w2x2 + ... + wnxn + 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Output = f(z)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 = weights, b = bias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f(z) = activation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a Perceptron?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Introduced by Frank Rosenblatt (1958)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Simplest type of neural network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Single layer binary classifier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Uses step activation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457200" y="1828800"/>
            <a:ext cx="7885440" cy="415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pc="-1" strike="noStrike">
                <a:solidFill>
                  <a:schemeClr val="dk1"/>
                </a:solidFill>
                <a:latin typeface="Calibri"/>
              </a:rPr>
              <a:t>1. Inputs (x1,x2,...,xn)(x1​,x2​,...,xn​)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These are the features or measurable attributes of a data point that the perceptron uses to make a decision. Each input provides a signal that contributes to the final output.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2. Weights (w1,w2,...,wn)(w1​,w2​,...,wn​)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Weights determine how strongly each input contributes to the prediction. A larger weight means the corresponding input has a higher impact.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Weights are learned during training, adjusting based on errors.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They act like importance scores for each feature.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10000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3. Bias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bias is a constant value added to the weighted sum to shift the decision boundary.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It allows the perceptron to classify correctly even when all input features are zero.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Bias ensures the model is not forced to pass the decision boundary through the origin.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Difference Between Weights and Bias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Weights control how much each input influences the output.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Bias controls when the perceptron activates, independent of any input.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57560" y="493200"/>
            <a:ext cx="8228160" cy="617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4. Net Input (Weighted Sum)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This is the combined effect of all inputs and their weights: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Represents the activation strength before passing through the activation function.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If z is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high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or low enough, it determines the final class.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5. Activation Function (Step / Threshold Function)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The activation function converts the numerical input into a binary output: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θ = threshold value.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Output is always 0 or 1 making perceptrons suitable for binary classification.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685800" y="1209960"/>
            <a:ext cx="6332760" cy="84636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1371600" y="4114800"/>
            <a:ext cx="3885480" cy="91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Perceptron Algorithm(simple)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Set a threshold value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Multiply all inputs with its weights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Sum all the results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Activate the output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How Perceptron 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Steps: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Multiply inputs with weights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bias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Apply step activation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Output = 1 if wx + b &gt; 0 else 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43240" y="209880"/>
            <a:ext cx="7457400" cy="390456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549720" y="4221360"/>
            <a:ext cx="8365320" cy="195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6640" y="1432080"/>
            <a:ext cx="9142560" cy="402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782280" y="1828800"/>
            <a:ext cx="6405480" cy="365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Learning rate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0320" y="1438920"/>
            <a:ext cx="9142560" cy="402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Perceptron Algorithm (with weight update)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57200" y="1686240"/>
            <a:ext cx="7875720" cy="448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Single Layer Perceptron (SLP)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Only input and output layer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Solves linearly separable problems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AND, OR gates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Cannot solve XOR 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0320" y="1439280"/>
            <a:ext cx="9142560" cy="402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Advantages of Single Layer Perceptron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Simplicity and Efficiency: As the simplest form of Artificial Neural Network (ANN), they are easy to design, implement, and train.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Low Computational Cost: They require minimal hardware resources and can operate without specialized, high-end processors, making them ideal for lightweight applications.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Fast Training Time: With only one layer of weights to adjust, training is significantly faster compared to 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hlinkClick r:id="rId1"/>
              </a:rPr>
              <a:t>multi-layer networks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Effective for Linearly Separable Data: They are highly effective at finding a linear decision boundary (hyperplane) to separate data into two classes.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Interpretability: Because they have fewer parameters, it is easier to understand how the model reaches a decision based on the weights assigned to inputs.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Limitations-Single Layer Perceptron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Inability to Solve Non-Linear Problems: A single-layer perceptron can only draw a single straight line (hyperplane) to separate classes. If data points are not linearly separable (e.g., XOR), the model fails to converge to a solution, regardless of training time.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Limited to Binary Classification: They are generally designed to output a binary result (0 or 1) using a hard-limit transfer function, making them unsuitable for multi-class classification or regression tasks.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Sensitivity to Initial Conditions: Performance is highly dependent on the initial weight configuration; poor initialization can lead to suboptimal or diverging solutions.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2026-03-02T09:56:02Z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