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900C6E-0372-4263-B65D-E8D0561121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E605E98-F7E3-45E2-9351-D464A3C2AA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F3760DE-F35D-4217-A25C-FE67816894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6678D9E-451B-4F9E-B838-D5A341CBD5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4AAB80A-6868-4C90-AFC3-EADEF90511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30EF4BF-2158-4C4E-AE25-0F6FFDDAA0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D3FFDF-5B49-434C-B21A-844A4E8AB6B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0B9AD0-6017-4457-9011-3DC583419C9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EE8EE0-5258-40C8-8849-8A87FACC563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326BC2-3FBD-41F3-99DC-0FF54D86794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ftr" idx="13"/>
          </p:nvPr>
        </p:nvSpPr>
        <p:spPr>
          <a:xfrm>
            <a:off x="3339000" y="5256000"/>
            <a:ext cx="3401280" cy="3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4"/>
          </p:nvPr>
        </p:nvSpPr>
        <p:spPr>
          <a:xfrm>
            <a:off x="7119000" y="5256000"/>
            <a:ext cx="2267280" cy="3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111C57-BA31-4C3C-9C4F-4B01AE7F19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5"/>
          </p:nvPr>
        </p:nvSpPr>
        <p:spPr>
          <a:xfrm>
            <a:off x="692640" y="5256000"/>
            <a:ext cx="2267280" cy="3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6"/>
          </p:nvPr>
        </p:nvSpPr>
        <p:spPr>
          <a:xfrm>
            <a:off x="3339000" y="5256000"/>
            <a:ext cx="3401280" cy="3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7"/>
          </p:nvPr>
        </p:nvSpPr>
        <p:spPr>
          <a:xfrm>
            <a:off x="7119000" y="5256000"/>
            <a:ext cx="2267280" cy="3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7E9888-6F2F-4B48-874C-6708EB86DD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dt" idx="18"/>
          </p:nvPr>
        </p:nvSpPr>
        <p:spPr>
          <a:xfrm>
            <a:off x="692640" y="5256000"/>
            <a:ext cx="2267280" cy="3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31000" y="156960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Support Vector Machine (SVM)</a:t>
            </a:r>
            <a:br>
              <a:rPr sz="2800"/>
            </a:b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Non Linear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If data is linearly arranged, then we can separate it by using a straight line, but for non-linear data, we cannot draw a single straight line.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1216080" y="-4680"/>
            <a:ext cx="763740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/>
          </p:nvPr>
        </p:nvSpPr>
        <p:spPr>
          <a:xfrm>
            <a:off x="504000" y="228600"/>
            <a:ext cx="907128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So ,here we use a kernel function to handle non-linear separable data.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Kernels are used by classification algorithms to solve non-linear classification problems.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The kernel function transforms the data into a higher dimensional feature space to make it possible to perform the linear separation.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The kernel function is a function that may be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expressedas the dot product of the mapping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function (kernel method) and looks like this,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K(xi,xj) = Ø(xi) . Ø(xj)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-5040" y="244080"/>
            <a:ext cx="10079640" cy="517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5021280" y="2816640"/>
            <a:ext cx="27360" cy="27360"/>
          </a:xfrm>
          <a:prstGeom prst="rect">
            <a:avLst/>
          </a:prstGeom>
          <a:ln w="0">
            <a:noFill/>
          </a:ln>
        </p:spPr>
      </p:pic>
      <p:pic>
        <p:nvPicPr>
          <p:cNvPr id="57" name="" descr=""/>
          <p:cNvPicPr/>
          <p:nvPr/>
        </p:nvPicPr>
        <p:blipFill>
          <a:blip r:embed="rId2"/>
          <a:stretch/>
        </p:blipFill>
        <p:spPr>
          <a:xfrm>
            <a:off x="2259000" y="573480"/>
            <a:ext cx="5551920" cy="451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9160"/>
            <a:ext cx="9069840" cy="6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Example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-5040" y="582840"/>
            <a:ext cx="9834120" cy="503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" descr=""/>
          <p:cNvPicPr/>
          <p:nvPr/>
        </p:nvPicPr>
        <p:blipFill>
          <a:blip r:embed="rId1"/>
          <a:stretch/>
        </p:blipFill>
        <p:spPr>
          <a:xfrm>
            <a:off x="4840200" y="2635560"/>
            <a:ext cx="389520" cy="38952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2"/>
          <a:stretch/>
        </p:blipFill>
        <p:spPr>
          <a:xfrm>
            <a:off x="4840200" y="2635560"/>
            <a:ext cx="389520" cy="389520"/>
          </a:xfrm>
          <a:prstGeom prst="rect">
            <a:avLst/>
          </a:prstGeom>
          <a:ln w="0">
            <a:noFill/>
          </a:ln>
        </p:spPr>
      </p:pic>
      <p:pic>
        <p:nvPicPr>
          <p:cNvPr id="65" name="" descr=""/>
          <p:cNvPicPr/>
          <p:nvPr/>
        </p:nvPicPr>
        <p:blipFill>
          <a:blip r:embed="rId3"/>
          <a:stretch/>
        </p:blipFill>
        <p:spPr>
          <a:xfrm>
            <a:off x="914400" y="-4680"/>
            <a:ext cx="8106120" cy="544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-5040" y="555120"/>
            <a:ext cx="10079640" cy="455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345600" y="-4680"/>
            <a:ext cx="937836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Updated data points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960480" y="963720"/>
            <a:ext cx="6701040" cy="452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 rot="21562200">
            <a:off x="731880" y="-53280"/>
            <a:ext cx="7009920" cy="561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036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rcRect l="0" t="0" r="6668" b="29226"/>
          <a:stretch/>
        </p:blipFill>
        <p:spPr>
          <a:xfrm>
            <a:off x="914400" y="330480"/>
            <a:ext cx="8179920" cy="469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1593360" y="251460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685800" y="440280"/>
            <a:ext cx="8848080" cy="4817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rcRect l="0" t="0" r="6" b="51622"/>
          <a:stretch/>
        </p:blipFill>
        <p:spPr>
          <a:xfrm>
            <a:off x="1371600" y="301680"/>
            <a:ext cx="6629400" cy="510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Image 1" descr=""/>
          <p:cNvPicPr/>
          <p:nvPr/>
        </p:nvPicPr>
        <p:blipFill>
          <a:blip r:embed="rId1"/>
          <a:srcRect l="5277" t="1690" r="37795" b="1875"/>
          <a:stretch/>
        </p:blipFill>
        <p:spPr>
          <a:xfrm rot="5389200">
            <a:off x="1253160" y="110520"/>
            <a:ext cx="5494320" cy="524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1828800" y="151920"/>
            <a:ext cx="6172200" cy="533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782280" y="415080"/>
            <a:ext cx="850500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259640" y="928080"/>
            <a:ext cx="7559280" cy="197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Find best hyperplane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1259640" y="2978280"/>
            <a:ext cx="7559280" cy="136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Picture 2" descr=""/>
          <p:cNvPicPr/>
          <p:nvPr/>
        </p:nvPicPr>
        <p:blipFill>
          <a:blip r:embed="rId1"/>
          <a:stretch/>
        </p:blipFill>
        <p:spPr>
          <a:xfrm>
            <a:off x="692640" y="217440"/>
            <a:ext cx="7277760" cy="502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Picture 1" descr=""/>
          <p:cNvPicPr/>
          <p:nvPr/>
        </p:nvPicPr>
        <p:blipFill>
          <a:blip r:embed="rId1"/>
          <a:stretch/>
        </p:blipFill>
        <p:spPr>
          <a:xfrm>
            <a:off x="975240" y="301680"/>
            <a:ext cx="5538600" cy="506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92640" y="301680"/>
            <a:ext cx="8693640" cy="10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92640" y="1509480"/>
            <a:ext cx="869364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Picture 4" descr=""/>
          <p:cNvPicPr/>
          <p:nvPr/>
        </p:nvPicPr>
        <p:blipFill>
          <a:blip r:embed="rId1"/>
          <a:stretch/>
        </p:blipFill>
        <p:spPr>
          <a:xfrm>
            <a:off x="1087560" y="301680"/>
            <a:ext cx="6660720" cy="482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2026-03-18T22:42:37Z</dcterms:created>
  <dc:creator/>
  <dc:description/>
  <dc:language>en-US</dc:language>
  <cp:lastModifiedBy/>
  <dcterms:modified xsi:type="dcterms:W3CDTF">2026-04-02T10:49:01Z</dcterms:modified>
  <cp:revision>60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