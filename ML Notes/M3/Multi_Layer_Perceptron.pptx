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18.xml" ContentType="application/vnd.openxmlformats-officedocument.presentationml.slideMaster+xml"/>
  <Override PartName="/ppt/slideMasters/slideMaster6.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1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2.xml.rels" ContentType="application/vnd.openxmlformats-package.relationships+xml"/>
  <Override PartName="/ppt/slides/slide38.xml" ContentType="application/vnd.openxmlformats-officedocument.presentationml.slide+xml"/>
  <Override PartName="/ppt/slides/slide39.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_rels/presentation.xml.rels" ContentType="application/vnd.openxmlformats-package.relationships+xml"/>
  <Override PartName="/ppt/media/image29.jpeg" ContentType="image/jpeg"/>
  <Override PartName="/ppt/media/image26.wmf" ContentType="image/x-wmf"/>
  <Override PartName="/ppt/media/image25.wmf" ContentType="image/x-wmf"/>
  <Override PartName="/ppt/media/image33.jpeg" ContentType="image/jpeg"/>
  <Override PartName="/ppt/media/image24.wmf" ContentType="image/x-wmf"/>
  <Override PartName="/ppt/media/image12.wmf" ContentType="image/x-wmf"/>
  <Override PartName="/ppt/media/image27.png" ContentType="image/png"/>
  <Override PartName="/ppt/media/image20.wmf" ContentType="image/x-wmf"/>
  <Override PartName="/ppt/media/image9.wmf" ContentType="image/x-wmf"/>
  <Override PartName="/ppt/media/image18.wmf" ContentType="image/x-wmf"/>
  <Override PartName="/ppt/media/image13.wmf" ContentType="image/x-wmf"/>
  <Override PartName="/ppt/media/image8.wmf" ContentType="image/x-wmf"/>
  <Override PartName="/ppt/media/image17.wmf" ContentType="image/x-wmf"/>
  <Override PartName="/ppt/media/image10.wmf" ContentType="image/x-wmf"/>
  <Override PartName="/ppt/media/image11.png" ContentType="image/png"/>
  <Override PartName="/ppt/media/image30.jpeg" ContentType="image/jpeg"/>
  <Override PartName="/ppt/media/image2.png" ContentType="image/png"/>
  <Override PartName="/ppt/media/image31.jpeg" ContentType="image/jpeg"/>
  <Override PartName="/ppt/media/image32.jpeg" ContentType="image/jpeg"/>
  <Override PartName="/ppt/media/image34.jpeg" ContentType="image/jpeg"/>
  <Override PartName="/ppt/media/image22.wmf" ContentType="image/x-wmf"/>
  <Override PartName="/ppt/media/image7.wmf" ContentType="image/x-wmf"/>
  <Override PartName="/ppt/media/image6.png" ContentType="image/png"/>
  <Override PartName="/ppt/media/image15.png" ContentType="image/png"/>
  <Override PartName="/ppt/media/image5.png" ContentType="image/png"/>
  <Override PartName="/ppt/media/image14.png" ContentType="image/png"/>
  <Override PartName="/ppt/media/image4.png" ContentType="image/png"/>
  <Override PartName="/ppt/media/image3.png" ContentType="image/png"/>
  <Override PartName="/ppt/media/image1.png" ContentType="image/png"/>
  <Override PartName="/ppt/media/image16.png" ContentType="image/png"/>
  <Override PartName="/ppt/media/image19.wmf" ContentType="image/x-wmf"/>
  <Override PartName="/ppt/media/image28.jpeg" ContentType="image/jpeg"/>
  <Override PartName="/ppt/media/image21.wmf" ContentType="image/x-wmf"/>
  <Override PartName="/ppt/media/image23.wmf" ContentType="image/x-wmf"/>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Lst>
  <p:sldIdLst>
    <p:sldId id="256"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0"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3" r:id="rId47"/>
    <p:sldId id="284" r:id="rId48"/>
    <p:sldId id="285" r:id="rId49"/>
    <p:sldId id="286" r:id="rId50"/>
    <p:sldId id="287" r:id="rId51"/>
    <p:sldId id="288" r:id="rId52"/>
    <p:sldId id="289" r:id="rId53"/>
    <p:sldId id="290" r:id="rId54"/>
    <p:sldId id="291" r:id="rId55"/>
    <p:sldId id="292" r:id="rId56"/>
    <p:sldId id="293" r:id="rId57"/>
    <p:sldId id="294" r:id="rId58"/>
  </p:sldIdLst>
  <p:sldSz cx="9144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 Target="slides/slide1.xml"/><Relationship Id="rId21" Type="http://schemas.openxmlformats.org/officeDocument/2006/relationships/slide" Target="slides/slide2.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 Id="rId28" Type="http://schemas.openxmlformats.org/officeDocument/2006/relationships/slide" Target="slides/slide9.xml"/><Relationship Id="rId29" Type="http://schemas.openxmlformats.org/officeDocument/2006/relationships/slide" Target="slides/slide10.xml"/><Relationship Id="rId30" Type="http://schemas.openxmlformats.org/officeDocument/2006/relationships/slide" Target="slides/slide11.xml"/><Relationship Id="rId31" Type="http://schemas.openxmlformats.org/officeDocument/2006/relationships/slide" Target="slides/slide12.xml"/><Relationship Id="rId32" Type="http://schemas.openxmlformats.org/officeDocument/2006/relationships/slide" Target="slides/slide13.xml"/><Relationship Id="rId33" Type="http://schemas.openxmlformats.org/officeDocument/2006/relationships/slide" Target="slides/slide14.xml"/><Relationship Id="rId34" Type="http://schemas.openxmlformats.org/officeDocument/2006/relationships/slide" Target="slides/slide15.xml"/><Relationship Id="rId35" Type="http://schemas.openxmlformats.org/officeDocument/2006/relationships/slide" Target="slides/slide16.xml"/><Relationship Id="rId36" Type="http://schemas.openxmlformats.org/officeDocument/2006/relationships/slide" Target="slides/slide17.xml"/><Relationship Id="rId37" Type="http://schemas.openxmlformats.org/officeDocument/2006/relationships/slide" Target="slides/slide18.xml"/><Relationship Id="rId38" Type="http://schemas.openxmlformats.org/officeDocument/2006/relationships/slide" Target="slides/slide19.xml"/><Relationship Id="rId39" Type="http://schemas.openxmlformats.org/officeDocument/2006/relationships/slide" Target="slides/slide20.xml"/><Relationship Id="rId40" Type="http://schemas.openxmlformats.org/officeDocument/2006/relationships/slide" Target="slides/slide21.xml"/><Relationship Id="rId41" Type="http://schemas.openxmlformats.org/officeDocument/2006/relationships/slide" Target="slides/slide22.xml"/><Relationship Id="rId42" Type="http://schemas.openxmlformats.org/officeDocument/2006/relationships/slide" Target="slides/slide23.xml"/><Relationship Id="rId43" Type="http://schemas.openxmlformats.org/officeDocument/2006/relationships/slide" Target="slides/slide24.xml"/><Relationship Id="rId44" Type="http://schemas.openxmlformats.org/officeDocument/2006/relationships/slide" Target="slides/slide25.xml"/><Relationship Id="rId45" Type="http://schemas.openxmlformats.org/officeDocument/2006/relationships/slide" Target="slides/slide26.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 Id="rId49" Type="http://schemas.openxmlformats.org/officeDocument/2006/relationships/slide" Target="slides/slide30.xml"/><Relationship Id="rId50" Type="http://schemas.openxmlformats.org/officeDocument/2006/relationships/slide" Target="slides/slide31.xml"/><Relationship Id="rId51" Type="http://schemas.openxmlformats.org/officeDocument/2006/relationships/slide" Target="slides/slide32.xml"/><Relationship Id="rId52" Type="http://schemas.openxmlformats.org/officeDocument/2006/relationships/slide" Target="slides/slide33.xml"/><Relationship Id="rId53" Type="http://schemas.openxmlformats.org/officeDocument/2006/relationships/slide" Target="slides/slide34.xml"/><Relationship Id="rId54" Type="http://schemas.openxmlformats.org/officeDocument/2006/relationships/slide" Target="slides/slide35.xml"/><Relationship Id="rId55" Type="http://schemas.openxmlformats.org/officeDocument/2006/relationships/slide" Target="slides/slide36.xml"/><Relationship Id="rId56" Type="http://schemas.openxmlformats.org/officeDocument/2006/relationships/slide" Target="slides/slide37.xml"/><Relationship Id="rId57" Type="http://schemas.openxmlformats.org/officeDocument/2006/relationships/slide" Target="slides/slide38.xml"/><Relationship Id="rId58" Type="http://schemas.openxmlformats.org/officeDocument/2006/relationships/slide" Target="slides/slide39.xml"/><Relationship Id="rId5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457200" y="1600200"/>
            <a:ext cx="8226720" cy="45230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5E9E164-6322-4B64-B542-7D4AB8C9934E}"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887F594-B5E7-42E6-A355-5D496D5089BB}"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FED8421B-6D2A-4599-A167-235904297560}"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9"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C14E553-D39F-4727-A15F-42CCEDCB8209}"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25"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E6F59D2D-DBB5-4C29-BB4D-542FB2C26796}"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0D2B2F6A-354F-4379-B75F-F3AF4F2CA146}"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C115436A-551D-4E57-82FA-D4C0025C80EB}"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457200" y="1600200"/>
            <a:ext cx="401436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4672800" y="1600200"/>
            <a:ext cx="401436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2"/>
          </p:nvPr>
        </p:nvSpPr>
        <p:spPr/>
        <p:txBody>
          <a:bodyPr/>
          <a:p>
            <a:r>
              <a:t>Footer</a:t>
            </a:r>
          </a:p>
        </p:txBody>
      </p:sp>
      <p:sp>
        <p:nvSpPr>
          <p:cNvPr id="6" name="PlaceHolder 5"/>
          <p:cNvSpPr>
            <a:spLocks noGrp="1"/>
          </p:cNvSpPr>
          <p:nvPr>
            <p:ph type="sldNum" idx="23"/>
          </p:nvPr>
        </p:nvSpPr>
        <p:spPr/>
        <p:txBody>
          <a:bodyPr/>
          <a:p>
            <a:fld id="{1D65AADD-913B-4F68-97C2-507D9A3BC6F5}" type="slidenum">
              <a:t>&lt;#&gt;</a:t>
            </a:fld>
          </a:p>
        </p:txBody>
      </p:sp>
      <p:sp>
        <p:nvSpPr>
          <p:cNvPr id="7" name="PlaceHolder 6"/>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A12954CE-74DD-40A4-AD1C-BDDDD70CB86F}"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2FFCC3CE-DDFA-4830-B829-D208D294D193}"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1484134C-34C7-4B89-8CCE-0C7E0470CBCC}"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F202002E-6383-4E7C-9423-3F219A9617A1}"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4F06BD99-3264-449F-A073-7855BA840B08}" type="slidenum">
              <a:t>&lt;#&gt;</a:t>
            </a:fld>
          </a:p>
        </p:txBody>
      </p:sp>
      <p:sp>
        <p:nvSpPr>
          <p:cNvPr id="4" name="PlaceHolder 3"/>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_">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9"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2F4E0BA3-941A-42DE-BC03-0D621F80F9AD}"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6"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A226E41A-16B1-4D2F-BD5D-0A5AC9B04EC2}"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3"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16564248-3285-4C25-9571-50A2ACC9C4C3}"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4">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0"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D06AB29D-E5E4-46B6-B0EC-2F69310C2E1F}"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_">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8" name="PlaceHolder 2"/>
          <p:cNvSpPr>
            <a:spLocks noGrp="1"/>
          </p:cNvSpPr>
          <p:nvPr>
            <p:ph/>
          </p:nvPr>
        </p:nvSpPr>
        <p:spPr>
          <a:xfrm>
            <a:off x="457200" y="1600200"/>
            <a:ext cx="401436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99" name="PlaceHolder 3"/>
          <p:cNvSpPr>
            <a:spLocks noGrp="1"/>
          </p:cNvSpPr>
          <p:nvPr>
            <p:ph/>
          </p:nvPr>
        </p:nvSpPr>
        <p:spPr>
          <a:xfrm>
            <a:off x="4672800" y="1600200"/>
            <a:ext cx="4014360" cy="45230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2"/>
          </p:nvPr>
        </p:nvSpPr>
        <p:spPr/>
        <p:txBody>
          <a:bodyPr/>
          <a:p>
            <a:r>
              <a:t>Footer</a:t>
            </a:r>
          </a:p>
        </p:txBody>
      </p:sp>
      <p:sp>
        <p:nvSpPr>
          <p:cNvPr id="6" name="PlaceHolder 5"/>
          <p:cNvSpPr>
            <a:spLocks noGrp="1"/>
          </p:cNvSpPr>
          <p:nvPr>
            <p:ph type="sldNum" idx="53"/>
          </p:nvPr>
        </p:nvSpPr>
        <p:spPr/>
        <p:txBody>
          <a:bodyPr/>
          <a:p>
            <a:fld id="{C79E6C68-7C60-40D7-8EE6-62AA7DD094F5}" type="slidenum">
              <a:t>&lt;#&gt;</a:t>
            </a:fld>
          </a:p>
        </p:txBody>
      </p:sp>
      <p:sp>
        <p:nvSpPr>
          <p:cNvPr id="7" name="PlaceHolder 6"/>
          <p:cNvSpPr>
            <a:spLocks noGrp="1"/>
          </p:cNvSpPr>
          <p:nvPr>
            <p:ph type="dt" idx="5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FFE9BB55-2AB7-4BDF-8899-5E7582F9563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 name="PlaceHolder 2"/>
          <p:cNvSpPr>
            <a:spLocks noGrp="1"/>
          </p:cNvSpPr>
          <p:nvPr>
            <p:ph type="sldNum" idx="5"/>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1E06C16-7EE3-4B0D-BFFE-42C4AE29C0A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 name="PlaceHolder 3"/>
          <p:cNvSpPr>
            <a:spLocks noGrp="1"/>
          </p:cNvSpPr>
          <p:nvPr>
            <p:ph type="dt" idx="6"/>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1" name="PlaceHolder 2"/>
          <p:cNvSpPr>
            <a:spLocks noGrp="1"/>
          </p:cNvSpPr>
          <p:nvPr>
            <p:ph type="sldNum" idx="8"/>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0B599AF-30FE-486B-88EF-A4298D6C160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2" name="PlaceHolder 3"/>
          <p:cNvSpPr>
            <a:spLocks noGrp="1"/>
          </p:cNvSpPr>
          <p:nvPr>
            <p:ph type="dt" idx="9"/>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ftr" idx="10"/>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 name="PlaceHolder 4"/>
          <p:cNvSpPr>
            <a:spLocks noGrp="1"/>
          </p:cNvSpPr>
          <p:nvPr>
            <p:ph type="sldNum" idx="11"/>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5931B11-2527-4CC3-B9D7-B97E28AF45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7" name="PlaceHolder 5"/>
          <p:cNvSpPr>
            <a:spLocks noGrp="1"/>
          </p:cNvSpPr>
          <p:nvPr>
            <p:ph type="dt" idx="12"/>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 name="PlaceHolder 3"/>
          <p:cNvSpPr>
            <a:spLocks noGrp="1"/>
          </p:cNvSpPr>
          <p:nvPr>
            <p:ph type="ftr" idx="13"/>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 name="PlaceHolder 4"/>
          <p:cNvSpPr>
            <a:spLocks noGrp="1"/>
          </p:cNvSpPr>
          <p:nvPr>
            <p:ph type="sldNum" idx="14"/>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5883429-7105-4AB1-9468-4D9A541CD2B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4" name="PlaceHolder 5"/>
          <p:cNvSpPr>
            <a:spLocks noGrp="1"/>
          </p:cNvSpPr>
          <p:nvPr>
            <p:ph type="dt" idx="15"/>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8"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9" name="PlaceHolder 3"/>
          <p:cNvSpPr>
            <a:spLocks noGrp="1"/>
          </p:cNvSpPr>
          <p:nvPr>
            <p:ph type="ftr" idx="16"/>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PlaceHolder 4"/>
          <p:cNvSpPr>
            <a:spLocks noGrp="1"/>
          </p:cNvSpPr>
          <p:nvPr>
            <p:ph type="sldNum" idx="17"/>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B206BEE-046C-42E4-8733-F81B1E99B82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1" name="PlaceHolder 5"/>
          <p:cNvSpPr>
            <a:spLocks noGrp="1"/>
          </p:cNvSpPr>
          <p:nvPr>
            <p:ph type="dt" idx="18"/>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ftr" idx="19"/>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 name="PlaceHolder 2"/>
          <p:cNvSpPr>
            <a:spLocks noGrp="1"/>
          </p:cNvSpPr>
          <p:nvPr>
            <p:ph type="sldNum" idx="20"/>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4A281E1-A8B5-4855-BCD0-396559A5D40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6" name="PlaceHolder 3"/>
          <p:cNvSpPr>
            <a:spLocks noGrp="1"/>
          </p:cNvSpPr>
          <p:nvPr>
            <p:ph type="dt" idx="21"/>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8" name="PlaceHolder 2"/>
          <p:cNvSpPr>
            <a:spLocks noGrp="1"/>
          </p:cNvSpPr>
          <p:nvPr>
            <p:ph type="body"/>
          </p:nvPr>
        </p:nvSpPr>
        <p:spPr>
          <a:xfrm>
            <a:off x="457200" y="1600200"/>
            <a:ext cx="401436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3"/>
          <p:cNvSpPr>
            <a:spLocks noGrp="1"/>
          </p:cNvSpPr>
          <p:nvPr>
            <p:ph type="body"/>
          </p:nvPr>
        </p:nvSpPr>
        <p:spPr>
          <a:xfrm>
            <a:off x="4673160" y="1600200"/>
            <a:ext cx="401436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4"/>
          <p:cNvSpPr>
            <a:spLocks noGrp="1"/>
          </p:cNvSpPr>
          <p:nvPr>
            <p:ph type="ftr" idx="22"/>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1" name="PlaceHolder 5"/>
          <p:cNvSpPr>
            <a:spLocks noGrp="1"/>
          </p:cNvSpPr>
          <p:nvPr>
            <p:ph type="sldNum" idx="23"/>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AE1E9A2-5DEF-492F-BF00-86B05C4F918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2" name="PlaceHolder 6"/>
          <p:cNvSpPr>
            <a:spLocks noGrp="1"/>
          </p:cNvSpPr>
          <p:nvPr>
            <p:ph type="dt" idx="24"/>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25"/>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 name="PlaceHolder 2"/>
          <p:cNvSpPr>
            <a:spLocks noGrp="1"/>
          </p:cNvSpPr>
          <p:nvPr>
            <p:ph type="sldNum" idx="26"/>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3FFD296-B5B7-45FC-9E2F-41FC8520236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8" name="PlaceHolder 3"/>
          <p:cNvSpPr>
            <a:spLocks noGrp="1"/>
          </p:cNvSpPr>
          <p:nvPr>
            <p:ph type="dt" idx="27"/>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0" name="PlaceHolder 2"/>
          <p:cNvSpPr>
            <a:spLocks noGrp="1"/>
          </p:cNvSpPr>
          <p:nvPr>
            <p:ph type="ftr" idx="28"/>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1" name="PlaceHolder 3"/>
          <p:cNvSpPr>
            <a:spLocks noGrp="1"/>
          </p:cNvSpPr>
          <p:nvPr>
            <p:ph type="sldNum" idx="29"/>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CF9E6DF-A411-4898-872A-78346E37A44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2" name="PlaceHolder 4"/>
          <p:cNvSpPr>
            <a:spLocks noGrp="1"/>
          </p:cNvSpPr>
          <p:nvPr>
            <p:ph type="dt" idx="30"/>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ftr" idx="31"/>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2"/>
          <p:cNvSpPr>
            <a:spLocks noGrp="1"/>
          </p:cNvSpPr>
          <p:nvPr>
            <p:ph type="sldNum" idx="32"/>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4486E8BE-6FBE-464E-8A9E-EC8403795A2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6" name="PlaceHolder 3"/>
          <p:cNvSpPr>
            <a:spLocks noGrp="1"/>
          </p:cNvSpPr>
          <p:nvPr>
            <p:ph type="dt" idx="33"/>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ftr" idx="34"/>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8" name="PlaceHolder 2"/>
          <p:cNvSpPr>
            <a:spLocks noGrp="1"/>
          </p:cNvSpPr>
          <p:nvPr>
            <p:ph type="sldNum" idx="35"/>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BC7F000-2796-41CD-9B97-66834EDB70C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9" name="PlaceHolder 3"/>
          <p:cNvSpPr>
            <a:spLocks noGrp="1"/>
          </p:cNvSpPr>
          <p:nvPr>
            <p:ph type="dt" idx="36"/>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ftr" idx="37"/>
          </p:nvPr>
        </p:nvSpPr>
        <p:spPr>
          <a:xfrm>
            <a:off x="3124080" y="6356520"/>
            <a:ext cx="2892600" cy="3621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1" name="PlaceHolder 2"/>
          <p:cNvSpPr>
            <a:spLocks noGrp="1"/>
          </p:cNvSpPr>
          <p:nvPr>
            <p:ph type="sldNum" idx="38"/>
          </p:nvPr>
        </p:nvSpPr>
        <p:spPr>
          <a:xfrm>
            <a:off x="6553080" y="6356520"/>
            <a:ext cx="2130840" cy="3621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0F35D09-68E9-443B-A3D6-5BC67FC3963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62" name="PlaceHolder 3"/>
          <p:cNvSpPr>
            <a:spLocks noGrp="1"/>
          </p:cNvSpPr>
          <p:nvPr>
            <p:ph type="dt" idx="39"/>
          </p:nvPr>
        </p:nvSpPr>
        <p:spPr>
          <a:xfrm>
            <a:off x="457200" y="6356520"/>
            <a:ext cx="2130840" cy="3621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4"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 name="PlaceHolder 3"/>
          <p:cNvSpPr>
            <a:spLocks noGrp="1"/>
          </p:cNvSpPr>
          <p:nvPr>
            <p:ph type="ftr" idx="40"/>
          </p:nvPr>
        </p:nvSpPr>
        <p:spPr>
          <a:xfrm>
            <a:off x="3028680" y="6356520"/>
            <a:ext cx="30837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4"/>
          <p:cNvSpPr>
            <a:spLocks noGrp="1"/>
          </p:cNvSpPr>
          <p:nvPr>
            <p:ph type="sldNum" idx="41"/>
          </p:nvPr>
        </p:nvSpPr>
        <p:spPr>
          <a:xfrm>
            <a:off x="6457680" y="6356520"/>
            <a:ext cx="20548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AABA5DFC-3322-4779-BD04-58347A620AD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67" name="PlaceHolder 5"/>
          <p:cNvSpPr>
            <a:spLocks noGrp="1"/>
          </p:cNvSpPr>
          <p:nvPr>
            <p:ph type="dt" idx="42"/>
          </p:nvPr>
        </p:nvSpPr>
        <p:spPr>
          <a:xfrm>
            <a:off x="628200" y="6356520"/>
            <a:ext cx="20548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1"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2" name="PlaceHolder 3"/>
          <p:cNvSpPr>
            <a:spLocks noGrp="1"/>
          </p:cNvSpPr>
          <p:nvPr>
            <p:ph type="ftr" idx="43"/>
          </p:nvPr>
        </p:nvSpPr>
        <p:spPr>
          <a:xfrm>
            <a:off x="3028680" y="6356520"/>
            <a:ext cx="30837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3" name="PlaceHolder 4"/>
          <p:cNvSpPr>
            <a:spLocks noGrp="1"/>
          </p:cNvSpPr>
          <p:nvPr>
            <p:ph type="sldNum" idx="44"/>
          </p:nvPr>
        </p:nvSpPr>
        <p:spPr>
          <a:xfrm>
            <a:off x="6457680" y="6356520"/>
            <a:ext cx="20548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033C942-8315-4ADB-A095-876CC59CC12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74" name="PlaceHolder 5"/>
          <p:cNvSpPr>
            <a:spLocks noGrp="1"/>
          </p:cNvSpPr>
          <p:nvPr>
            <p:ph type="dt" idx="45"/>
          </p:nvPr>
        </p:nvSpPr>
        <p:spPr>
          <a:xfrm>
            <a:off x="628200" y="6356520"/>
            <a:ext cx="20548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8"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9" name="PlaceHolder 3"/>
          <p:cNvSpPr>
            <a:spLocks noGrp="1"/>
          </p:cNvSpPr>
          <p:nvPr>
            <p:ph type="ftr" idx="46"/>
          </p:nvPr>
        </p:nvSpPr>
        <p:spPr>
          <a:xfrm>
            <a:off x="3028680" y="6356520"/>
            <a:ext cx="30837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0" name="PlaceHolder 4"/>
          <p:cNvSpPr>
            <a:spLocks noGrp="1"/>
          </p:cNvSpPr>
          <p:nvPr>
            <p:ph type="sldNum" idx="47"/>
          </p:nvPr>
        </p:nvSpPr>
        <p:spPr>
          <a:xfrm>
            <a:off x="6457680" y="6356520"/>
            <a:ext cx="20548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5B68DA0D-1772-4237-B46D-7E3250FE4EE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1" name="PlaceHolder 5"/>
          <p:cNvSpPr>
            <a:spLocks noGrp="1"/>
          </p:cNvSpPr>
          <p:nvPr>
            <p:ph type="dt" idx="48"/>
          </p:nvPr>
        </p:nvSpPr>
        <p:spPr>
          <a:xfrm>
            <a:off x="628200" y="6356520"/>
            <a:ext cx="20548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5" name="PlaceHolder 2"/>
          <p:cNvSpPr>
            <a:spLocks noGrp="1"/>
          </p:cNvSpPr>
          <p:nvPr>
            <p:ph type="body"/>
          </p:nvPr>
        </p:nvSpPr>
        <p:spPr>
          <a:xfrm>
            <a:off x="457200" y="1600200"/>
            <a:ext cx="822672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6" name="PlaceHolder 3"/>
          <p:cNvSpPr>
            <a:spLocks noGrp="1"/>
          </p:cNvSpPr>
          <p:nvPr>
            <p:ph type="ftr" idx="49"/>
          </p:nvPr>
        </p:nvSpPr>
        <p:spPr>
          <a:xfrm>
            <a:off x="3028680" y="6356520"/>
            <a:ext cx="30837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7" name="PlaceHolder 4"/>
          <p:cNvSpPr>
            <a:spLocks noGrp="1"/>
          </p:cNvSpPr>
          <p:nvPr>
            <p:ph type="sldNum" idx="50"/>
          </p:nvPr>
        </p:nvSpPr>
        <p:spPr>
          <a:xfrm>
            <a:off x="6457680" y="6356520"/>
            <a:ext cx="20548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53F19F2-E521-4886-B6DB-4C85BB5E300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8" name="PlaceHolder 5"/>
          <p:cNvSpPr>
            <a:spLocks noGrp="1"/>
          </p:cNvSpPr>
          <p:nvPr>
            <p:ph type="dt" idx="51"/>
          </p:nvPr>
        </p:nvSpPr>
        <p:spPr>
          <a:xfrm>
            <a:off x="628200" y="6356520"/>
            <a:ext cx="20548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2" name="PlaceHolder 2"/>
          <p:cNvSpPr>
            <a:spLocks noGrp="1"/>
          </p:cNvSpPr>
          <p:nvPr>
            <p:ph type="body"/>
          </p:nvPr>
        </p:nvSpPr>
        <p:spPr>
          <a:xfrm>
            <a:off x="457200" y="1600200"/>
            <a:ext cx="401436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3" name="PlaceHolder 3"/>
          <p:cNvSpPr>
            <a:spLocks noGrp="1"/>
          </p:cNvSpPr>
          <p:nvPr>
            <p:ph type="body"/>
          </p:nvPr>
        </p:nvSpPr>
        <p:spPr>
          <a:xfrm>
            <a:off x="4673160" y="1600200"/>
            <a:ext cx="4014360" cy="4523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4" name="PlaceHolder 4"/>
          <p:cNvSpPr>
            <a:spLocks noGrp="1"/>
          </p:cNvSpPr>
          <p:nvPr>
            <p:ph type="ftr" idx="52"/>
          </p:nvPr>
        </p:nvSpPr>
        <p:spPr>
          <a:xfrm>
            <a:off x="3028680" y="6356520"/>
            <a:ext cx="3083760" cy="3625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5" name="PlaceHolder 5"/>
          <p:cNvSpPr>
            <a:spLocks noGrp="1"/>
          </p:cNvSpPr>
          <p:nvPr>
            <p:ph type="sldNum" idx="53"/>
          </p:nvPr>
        </p:nvSpPr>
        <p:spPr>
          <a:xfrm>
            <a:off x="6457680" y="6356520"/>
            <a:ext cx="2054880" cy="3625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FF25D86-C5E1-4548-8D80-7A87080ADAA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96" name="PlaceHolder 6"/>
          <p:cNvSpPr>
            <a:spLocks noGrp="1"/>
          </p:cNvSpPr>
          <p:nvPr>
            <p:ph type="dt" idx="54"/>
          </p:nvPr>
        </p:nvSpPr>
        <p:spPr>
          <a:xfrm>
            <a:off x="628200" y="6356520"/>
            <a:ext cx="2054880" cy="36252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7.xml"/>
</Relationships>
</file>

<file path=ppt/slides/_rels/slide13.xml.rels><?xml version="1.0" encoding="UTF-8"?>
<Relationships xmlns="http://schemas.openxmlformats.org/package/2006/relationships"><Relationship Id="rId1" Type="http://schemas.openxmlformats.org/officeDocument/2006/relationships/image" Target="../media/image7.wmf"/><Relationship Id="rId2" Type="http://schemas.openxmlformats.org/officeDocument/2006/relationships/slideLayout" Target="../slideLayouts/slideLayout1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5.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slideLayout" Target="../slideLayouts/slideLayout17.xml"/>
</Relationships>
</file>

<file path=ppt/slides/_rels/slide16.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17.xml"/>
</Relationships>
</file>

<file path=ppt/slides/_rels/slide17.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17.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6.xml"/>
</Relationships>
</file>

<file path=ppt/slides/_rels/slide19.xml.rels><?xml version="1.0" encoding="UTF-8"?>
<Relationships xmlns="http://schemas.openxmlformats.org/package/2006/relationships"><Relationship Id="rId1" Type="http://schemas.openxmlformats.org/officeDocument/2006/relationships/image" Target="../media/image12.wmf"/><Relationship Id="rId2"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image" Target="../media/image13.wmf"/><Relationship Id="rId2" Type="http://schemas.openxmlformats.org/officeDocument/2006/relationships/slideLayout" Target="../slideLayouts/slideLayout17.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5.xml"/>
</Relationships>
</file>

<file path=ppt/slides/_rels/slide2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5.xml"/>
</Relationships>
</file>

<file path=ppt/slides/_rels/slide23.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image" Target="../media/image18.wmf"/><Relationship Id="rId3" Type="http://schemas.openxmlformats.org/officeDocument/2006/relationships/slideLayout" Target="../slideLayouts/slideLayout18.xml"/>
</Relationships>
</file>

<file path=ppt/slides/_rels/slide24.xml.rels><?xml version="1.0" encoding="UTF-8"?>
<Relationships xmlns="http://schemas.openxmlformats.org/package/2006/relationships"><Relationship Id="rId1" Type="http://schemas.openxmlformats.org/officeDocument/2006/relationships/image" Target="../media/image19.wmf"/><Relationship Id="rId2" Type="http://schemas.openxmlformats.org/officeDocument/2006/relationships/image" Target="../media/image20.wmf"/><Relationship Id="rId3" Type="http://schemas.openxmlformats.org/officeDocument/2006/relationships/slideLayout" Target="../slideLayouts/slideLayout18.xml"/>
</Relationships>
</file>

<file path=ppt/slides/_rels/slide25.xml.rels><?xml version="1.0" encoding="UTF-8"?>
<Relationships xmlns="http://schemas.openxmlformats.org/package/2006/relationships"><Relationship Id="rId1" Type="http://schemas.openxmlformats.org/officeDocument/2006/relationships/image" Target="../media/image21.wmf"/><Relationship Id="rId2" Type="http://schemas.openxmlformats.org/officeDocument/2006/relationships/image" Target="../media/image22.wmf"/><Relationship Id="rId3" Type="http://schemas.openxmlformats.org/officeDocument/2006/relationships/image" Target="../media/image23.wmf"/><Relationship Id="rId4" Type="http://schemas.openxmlformats.org/officeDocument/2006/relationships/slideLayout" Target="../slideLayouts/slideLayout18.xml"/>
</Relationships>
</file>

<file path=ppt/slides/_rels/slide26.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5.wmf"/><Relationship Id="rId3" Type="http://schemas.openxmlformats.org/officeDocument/2006/relationships/slideLayout" Target="../slideLayouts/slideLayout18.xml"/>
</Relationships>
</file>

<file path=ppt/slides/_rels/slide27.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slideLayout" Target="../slideLayouts/slideLayout18.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image" Target="../media/image32.jpeg"/><Relationship Id="rId2"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image" Target="../media/image33.jpeg"/><Relationship Id="rId2"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685800" y="2130480"/>
            <a:ext cx="7769520" cy="146700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Multi-Layer Perceptron (MLP)</a:t>
            </a:r>
            <a:endParaRPr b="0" lang="en-US" sz="4400" spc="-1" strike="noStrike">
              <a:solidFill>
                <a:srgbClr val="000000"/>
              </a:solidFill>
              <a:latin typeface="Arial"/>
            </a:endParaRPr>
          </a:p>
        </p:txBody>
      </p:sp>
      <p:sp>
        <p:nvSpPr>
          <p:cNvPr id="101" name="PlaceHolder 2"/>
          <p:cNvSpPr>
            <a:spLocks noGrp="1"/>
          </p:cNvSpPr>
          <p:nvPr>
            <p:ph type="subTitle"/>
          </p:nvPr>
        </p:nvSpPr>
        <p:spPr>
          <a:xfrm>
            <a:off x="1371600" y="3886200"/>
            <a:ext cx="6397920" cy="1749600"/>
          </a:xfrm>
          <a:prstGeom prst="rect">
            <a:avLst/>
          </a:prstGeom>
          <a:noFill/>
          <a:ln w="0">
            <a:noFill/>
          </a:ln>
        </p:spPr>
        <p:txBody>
          <a:bodyPr lIns="91440" rIns="91440" tIns="45720" bIns="45720" anchor="t">
            <a:noAutofit/>
          </a:bodyPr>
          <a:p>
            <a:pPr indent="0" algn="ctr">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What is MLP?</a:t>
            </a:r>
            <a:endParaRPr b="0" lang="en-US" sz="4400" spc="-1" strike="noStrike">
              <a:solidFill>
                <a:srgbClr val="000000"/>
              </a:solidFill>
              <a:latin typeface="Arial"/>
            </a:endParaRPr>
          </a:p>
        </p:txBody>
      </p:sp>
      <p:sp>
        <p:nvSpPr>
          <p:cNvPr id="103"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MLP stands for Multi-Layer Perceptron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Type of Artificial Neural Network (ANN)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Contains Input, Hidden and Output layers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Used for classification and regression problems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Structure of MLP</a:t>
            </a:r>
            <a:endParaRPr b="0" lang="en-US" sz="4400" spc="-1" strike="noStrike">
              <a:solidFill>
                <a:srgbClr val="000000"/>
              </a:solidFill>
              <a:latin typeface="Arial"/>
            </a:endParaRPr>
          </a:p>
        </p:txBody>
      </p:sp>
      <p:sp>
        <p:nvSpPr>
          <p:cNvPr id="105"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Input Layer – Receives features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Hidden Layer(s) – Performs computation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Output Layer – Produces prediction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Fully connected feedforward network</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Learns using backpropagation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Why Hidden Layers?</a:t>
            </a:r>
            <a:endParaRPr b="0" lang="en-US" sz="4400" spc="-1" strike="noStrike">
              <a:solidFill>
                <a:srgbClr val="000000"/>
              </a:solidFill>
              <a:latin typeface="Arial"/>
            </a:endParaRPr>
          </a:p>
        </p:txBody>
      </p:sp>
      <p:sp>
        <p:nvSpPr>
          <p:cNvPr id="107"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Learn non-linear relationships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Perform feature transformation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Capture complex patterns</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Mathematical Model of a Neuron</a:t>
            </a:r>
            <a:endParaRPr b="0" lang="en-US" sz="4400" spc="-1" strike="noStrike">
              <a:solidFill>
                <a:srgbClr val="000000"/>
              </a:solidFill>
              <a:latin typeface="Arial"/>
            </a:endParaRPr>
          </a:p>
        </p:txBody>
      </p:sp>
      <p:sp>
        <p:nvSpPr>
          <p:cNvPr id="109"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z = w1x1 + w2x2 + ... + wnxn + b</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a = f(z)</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w = weights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b = bias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f(z) = activation function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Activation Functions</a:t>
            </a:r>
            <a:endParaRPr b="0" lang="en-US" sz="4400" spc="-1" strike="noStrike">
              <a:solidFill>
                <a:srgbClr val="000000"/>
              </a:solidFill>
              <a:latin typeface="Arial"/>
            </a:endParaRPr>
          </a:p>
        </p:txBody>
      </p:sp>
      <p:sp>
        <p:nvSpPr>
          <p:cNvPr id="111"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Sigmoid</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ReLU</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Tanh</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Softmax (for multi-class classification)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p:nvPr>
        </p:nvSpPr>
        <p:spPr>
          <a:xfrm>
            <a:off x="457200" y="0"/>
            <a:ext cx="9142920" cy="63997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pc="-1" strike="noStrike">
                <a:solidFill>
                  <a:srgbClr val="000000"/>
                </a:solidFill>
                <a:latin typeface="Arial"/>
              </a:rPr>
              <a:t>Sigmoid</a:t>
            </a:r>
            <a:endParaRPr b="0" lang="en-US" sz="32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pPr>
            <a:r>
              <a:rPr b="0" lang="en-US" sz="1000" spc="-1" strike="noStrike">
                <a:solidFill>
                  <a:srgbClr val="000000"/>
                </a:solidFill>
                <a:latin typeface="Arial"/>
              </a:rPr>
              <a:t> </a:t>
            </a:r>
            <a:r>
              <a:rPr b="1" lang="en-US" sz="1100" spc="-1" strike="noStrike">
                <a:solidFill>
                  <a:srgbClr val="000000"/>
                </a:solidFill>
                <a:latin typeface="Arial"/>
              </a:rPr>
              <a:t>output range (0, 1)</a:t>
            </a:r>
            <a:endParaRPr b="0" lang="en-US" sz="11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pc="-1" strike="noStrike">
                <a:solidFill>
                  <a:srgbClr val="000000"/>
                </a:solidFill>
                <a:latin typeface="Arial"/>
              </a:rPr>
              <a:t>RELU(Rectified Linear Unit) -</a:t>
            </a:r>
            <a:endParaRPr b="0" lang="en-US" sz="32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pc="-1" strike="noStrike">
                <a:solidFill>
                  <a:srgbClr val="000000"/>
                </a:solidFill>
                <a:latin typeface="Arial"/>
              </a:rPr>
              <a:t>The function returns z if z is greater than 0.  If z is less than or equal to 0, the function returns 0.</a:t>
            </a:r>
            <a:endParaRPr b="0" lang="en-US" sz="12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10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pc="-1" strike="noStrike">
                <a:solidFill>
                  <a:srgbClr val="000000"/>
                </a:solidFill>
                <a:latin typeface="Arial"/>
              </a:rPr>
              <a:t>Tanh -</a:t>
            </a:r>
            <a:endParaRPr b="0" lang="en-US" sz="320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1000" spc="-1" strike="noStrike">
                <a:solidFill>
                  <a:srgbClr val="000000"/>
                </a:solidFill>
                <a:latin typeface="Arial"/>
              </a:rPr>
              <a:t> </a:t>
            </a:r>
            <a:r>
              <a:rPr b="1" lang="en-US" sz="1100" spc="-1" strike="noStrike">
                <a:solidFill>
                  <a:srgbClr val="000000"/>
                </a:solidFill>
                <a:latin typeface="Arial"/>
              </a:rPr>
              <a:t>output range </a:t>
            </a:r>
            <a:r>
              <a:rPr b="0" lang="en-US" sz="1100" spc="-1" strike="noStrike">
                <a:solidFill>
                  <a:srgbClr val="000000"/>
                </a:solidFill>
                <a:latin typeface="Arial"/>
              </a:rPr>
              <a:t> </a:t>
            </a:r>
            <a:r>
              <a:rPr b="1" lang="en-US" sz="1100" spc="-1" strike="noStrike">
                <a:solidFill>
                  <a:srgbClr val="000000"/>
                </a:solidFill>
                <a:latin typeface="Arial"/>
              </a:rPr>
              <a:t> between -1 and 1.</a:t>
            </a:r>
            <a:endParaRPr b="0" lang="en-US" sz="11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pc="-1" strike="noStrike">
                <a:solidFill>
                  <a:srgbClr val="000000"/>
                </a:solidFill>
                <a:latin typeface="Arial"/>
              </a:rPr>
              <a:t>Softmax</a:t>
            </a:r>
            <a:endParaRPr b="0" lang="en-US" sz="32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12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200" spc="-1" strike="noStrike">
                <a:solidFill>
                  <a:srgbClr val="000000"/>
                </a:solidFill>
                <a:latin typeface="Arial"/>
              </a:rPr>
              <a:t>Output range  -  (0, 1) (for each class) </a:t>
            </a:r>
            <a:endParaRPr b="0" lang="en-US" sz="1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p:txBody>
      </p:sp>
      <p:pic>
        <p:nvPicPr>
          <p:cNvPr id="113" name="" descr=""/>
          <p:cNvPicPr/>
          <p:nvPr/>
        </p:nvPicPr>
        <p:blipFill>
          <a:blip r:embed="rId1"/>
          <a:stretch/>
        </p:blipFill>
        <p:spPr>
          <a:xfrm>
            <a:off x="2971800" y="228600"/>
            <a:ext cx="3570480" cy="855720"/>
          </a:xfrm>
          <a:prstGeom prst="rect">
            <a:avLst/>
          </a:prstGeom>
          <a:ln w="0">
            <a:noFill/>
          </a:ln>
        </p:spPr>
      </p:pic>
      <p:pic>
        <p:nvPicPr>
          <p:cNvPr id="114" name="" descr=""/>
          <p:cNvPicPr/>
          <p:nvPr/>
        </p:nvPicPr>
        <p:blipFill>
          <a:blip r:embed="rId2"/>
          <a:stretch/>
        </p:blipFill>
        <p:spPr>
          <a:xfrm>
            <a:off x="6172200" y="1600200"/>
            <a:ext cx="2427480" cy="667080"/>
          </a:xfrm>
          <a:prstGeom prst="rect">
            <a:avLst/>
          </a:prstGeom>
          <a:ln w="0">
            <a:noFill/>
          </a:ln>
        </p:spPr>
      </p:pic>
      <p:pic>
        <p:nvPicPr>
          <p:cNvPr id="115" name="" descr=""/>
          <p:cNvPicPr/>
          <p:nvPr/>
        </p:nvPicPr>
        <p:blipFill>
          <a:blip r:embed="rId3"/>
          <a:stretch/>
        </p:blipFill>
        <p:spPr>
          <a:xfrm>
            <a:off x="2400480" y="2971800"/>
            <a:ext cx="1941840" cy="855000"/>
          </a:xfrm>
          <a:prstGeom prst="rect">
            <a:avLst/>
          </a:prstGeom>
          <a:ln w="0">
            <a:noFill/>
          </a:ln>
        </p:spPr>
      </p:pic>
      <p:pic>
        <p:nvPicPr>
          <p:cNvPr id="116" name="" descr=""/>
          <p:cNvPicPr/>
          <p:nvPr/>
        </p:nvPicPr>
        <p:blipFill>
          <a:blip r:embed="rId4"/>
          <a:stretch/>
        </p:blipFill>
        <p:spPr>
          <a:xfrm>
            <a:off x="2886480" y="4800600"/>
            <a:ext cx="2370240" cy="11131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Forward Propagation</a:t>
            </a:r>
            <a:endParaRPr b="0" lang="en-US" sz="4400" spc="-1" strike="noStrike">
              <a:solidFill>
                <a:srgbClr val="000000"/>
              </a:solidFill>
              <a:latin typeface="Arial"/>
            </a:endParaRPr>
          </a:p>
        </p:txBody>
      </p:sp>
      <p:sp>
        <p:nvSpPr>
          <p:cNvPr id="118"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Input multiplied by weights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Add bias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Apply activation function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Pass output to next layer</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Loss Function</a:t>
            </a:r>
            <a:endParaRPr b="0" lang="en-US" sz="4400" spc="-1" strike="noStrike">
              <a:solidFill>
                <a:srgbClr val="000000"/>
              </a:solidFill>
              <a:latin typeface="Arial"/>
            </a:endParaRPr>
          </a:p>
        </p:txBody>
      </p:sp>
      <p:sp>
        <p:nvSpPr>
          <p:cNvPr id="120"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0" defTabSz="457200">
              <a:lnSpc>
                <a:spcPct val="100000"/>
              </a:lnSpc>
              <a:spcBef>
                <a:spcPts val="641"/>
              </a:spcBef>
              <a:buNone/>
              <a:tabLst>
                <a:tab algn="l" pos="0"/>
              </a:tabLst>
            </a:pPr>
            <a:r>
              <a:rPr b="0" lang="en-US" sz="3200" spc="-1" strike="noStrike">
                <a:solidFill>
                  <a:schemeClr val="dk1"/>
                </a:solidFill>
                <a:latin typeface="Calibri"/>
              </a:rPr>
              <a:t>Measures difference between predicted and actual output</a:t>
            </a:r>
            <a:endParaRPr b="0" lang="en-US" sz="3200" spc="-1" strike="noStrike">
              <a:solidFill>
                <a:srgbClr val="000000"/>
              </a:solidFill>
              <a:latin typeface="Arial"/>
            </a:endParaRPr>
          </a:p>
          <a:p>
            <a:pPr marL="343080" indent="0" defTabSz="457200">
              <a:lnSpc>
                <a:spcPct val="100000"/>
              </a:lnSpc>
              <a:spcBef>
                <a:spcPts val="641"/>
              </a:spcBef>
              <a:buNone/>
              <a:tabLst>
                <a:tab algn="l" pos="0"/>
              </a:tabLst>
            </a:pP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3200" spc="-1" strike="noStrike">
                <a:solidFill>
                  <a:schemeClr val="dk1"/>
                </a:solidFill>
                <a:latin typeface="Calibri"/>
              </a:rPr>
              <a:t>• </a:t>
            </a:r>
            <a:r>
              <a:rPr b="0" lang="en-US" sz="3200" spc="-1" strike="noStrike">
                <a:solidFill>
                  <a:schemeClr val="dk1"/>
                </a:solidFill>
                <a:latin typeface="Calibri"/>
              </a:rPr>
              <a:t>Binary Cross Entropy</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3200" spc="-1" strike="noStrike">
                <a:solidFill>
                  <a:schemeClr val="dk1"/>
                </a:solidFill>
                <a:latin typeface="Calibri"/>
              </a:rPr>
              <a:t>• </a:t>
            </a:r>
            <a:r>
              <a:rPr b="0" lang="en-US" sz="3200" spc="-1" strike="noStrike">
                <a:solidFill>
                  <a:schemeClr val="dk1"/>
                </a:solidFill>
                <a:latin typeface="Calibri"/>
              </a:rPr>
              <a:t>Categorical Cross Entropy</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3200" spc="-1" strike="noStrike">
                <a:solidFill>
                  <a:schemeClr val="dk1"/>
                </a:solidFill>
                <a:latin typeface="Calibri"/>
              </a:rPr>
              <a:t>• </a:t>
            </a:r>
            <a:r>
              <a:rPr b="0" lang="en-US" sz="3200" spc="-1" strike="noStrike">
                <a:solidFill>
                  <a:schemeClr val="dk1"/>
                </a:solidFill>
                <a:latin typeface="Calibri"/>
              </a:rPr>
              <a:t>Mean Squared Error (MSE)</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22"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23" name="" descr=""/>
          <p:cNvPicPr/>
          <p:nvPr/>
        </p:nvPicPr>
        <p:blipFill>
          <a:blip r:embed="rId1"/>
          <a:stretch/>
        </p:blipFill>
        <p:spPr>
          <a:xfrm>
            <a:off x="337320" y="2057400"/>
            <a:ext cx="7644240" cy="29692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489960" y="0"/>
            <a:ext cx="7884360" cy="89136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400" spc="-1" strike="noStrike">
                <a:solidFill>
                  <a:srgbClr val="c00000"/>
                </a:solidFill>
                <a:latin typeface="Calibri Light"/>
              </a:rPr>
              <a:t>MLP - Back Propagation</a:t>
            </a:r>
            <a:endParaRPr b="0" lang="en-US" sz="4400" spc="-1" strike="noStrike">
              <a:solidFill>
                <a:srgbClr val="000000"/>
              </a:solidFill>
              <a:latin typeface="Arial"/>
            </a:endParaRPr>
          </a:p>
        </p:txBody>
      </p:sp>
      <p:sp>
        <p:nvSpPr>
          <p:cNvPr id="125" name="PlaceHolder 2"/>
          <p:cNvSpPr>
            <a:spLocks noGrp="1"/>
          </p:cNvSpPr>
          <p:nvPr>
            <p:ph/>
          </p:nvPr>
        </p:nvSpPr>
        <p:spPr>
          <a:xfrm>
            <a:off x="628200" y="1119960"/>
            <a:ext cx="7884360" cy="50544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1" lang="en-US" sz="2000" spc="-1" strike="noStrike">
                <a:solidFill>
                  <a:srgbClr val="000000"/>
                </a:solidFill>
                <a:latin typeface="Times New Roman"/>
              </a:rPr>
              <a:t>BP neural network has two phases: </a:t>
            </a:r>
            <a:r>
              <a:rPr b="0" lang="en-US" sz="2000" spc="-1" strike="noStrike">
                <a:solidFill>
                  <a:srgbClr val="000000"/>
                </a:solidFill>
                <a:latin typeface="Times New Roman"/>
              </a:rPr>
              <a:t>Forward Pass and Backward Pass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000" spc="-1" strike="noStrike">
                <a:solidFill>
                  <a:srgbClr val="000000"/>
                </a:solidFill>
                <a:latin typeface="Times New Roman"/>
              </a:rPr>
              <a:t>Forward pass phase</a:t>
            </a:r>
            <a:r>
              <a:rPr b="0" lang="en-US" sz="2000" spc="-1" strike="noStrike">
                <a:solidFill>
                  <a:srgbClr val="000000"/>
                </a:solidFill>
                <a:latin typeface="TimesNewRomanPSMT"/>
              </a:rPr>
              <a:t>: computes ‘functional signal’, feed forward propagation of input pattern signals through </a:t>
            </a:r>
            <a:r>
              <a:rPr b="0" lang="en-US" sz="2000" spc="-1" strike="noStrike">
                <a:solidFill>
                  <a:srgbClr val="000000"/>
                </a:solidFill>
                <a:latin typeface="Times New Roman"/>
              </a:rPr>
              <a:t>network</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rgbClr val="000000"/>
                </a:solidFill>
                <a:latin typeface="Times New Roman"/>
              </a:rPr>
              <a:t>For each training instance, the algorithm feeds it to the network and computes the output of every neuron in each consecutive layer</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1" lang="en-US" sz="2000" spc="-1" strike="noStrike">
                <a:solidFill>
                  <a:srgbClr val="000000"/>
                </a:solidFill>
                <a:latin typeface="Times New Roman"/>
              </a:rPr>
              <a:t>Backward pass phase</a:t>
            </a:r>
            <a:r>
              <a:rPr b="0" lang="en-US" sz="2000" spc="-1" strike="noStrike">
                <a:solidFill>
                  <a:srgbClr val="000000"/>
                </a:solidFill>
                <a:latin typeface="TimesNewRomanPSMT"/>
              </a:rPr>
              <a:t>: computes ‘error signal’, </a:t>
            </a:r>
            <a:r>
              <a:rPr b="0" i="1" lang="en-US" sz="2000" spc="-1" strike="noStrike">
                <a:solidFill>
                  <a:srgbClr val="44546a"/>
                </a:solidFill>
                <a:latin typeface="Times New Roman"/>
              </a:rPr>
              <a:t>propagates </a:t>
            </a:r>
            <a:r>
              <a:rPr b="0" lang="en-US" sz="2000" spc="-1" strike="noStrike">
                <a:solidFill>
                  <a:srgbClr val="000000"/>
                </a:solidFill>
                <a:latin typeface="Times New Roman"/>
              </a:rPr>
              <a:t>the error </a:t>
            </a:r>
            <a:r>
              <a:rPr b="0" i="1" lang="en-US" sz="2000" spc="-1" strike="noStrike">
                <a:solidFill>
                  <a:srgbClr val="44546a"/>
                </a:solidFill>
                <a:latin typeface="Times New Roman"/>
              </a:rPr>
              <a:t>backwards </a:t>
            </a:r>
            <a:r>
              <a:rPr b="0" lang="en-US" sz="2000" spc="-1" strike="noStrike">
                <a:solidFill>
                  <a:srgbClr val="000000"/>
                </a:solidFill>
                <a:latin typeface="Times New Roman"/>
              </a:rPr>
              <a:t>through network starting at output units (where the error is the difference between actual and desired output values)</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rgbClr val="000000"/>
                </a:solidFill>
                <a:latin typeface="Times New Roman"/>
              </a:rPr>
              <a:t>It then proceeds to measure how much of these error contributions came from each neuron in the previous hidden layer</a:t>
            </a:r>
            <a:r>
              <a:rPr b="0" lang="en-US" sz="2000" spc="-1" strike="noStrike">
                <a:solidFill>
                  <a:srgbClr val="000000"/>
                </a:solidFill>
                <a:latin typeface="TimesNewRomanPSMT"/>
              </a:rPr>
              <a:t>—</a:t>
            </a:r>
            <a:r>
              <a:rPr b="0" lang="en-US" sz="2000" spc="-1" strike="noStrike">
                <a:solidFill>
                  <a:srgbClr val="000000"/>
                </a:solidFill>
                <a:latin typeface="Times New Roman"/>
              </a:rPr>
              <a:t>and so on until the algorithm reaches the input layer.</a:t>
            </a:r>
            <a:endParaRPr b="0" lang="en-US" sz="20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000" spc="-1" strike="noStrike">
                <a:solidFill>
                  <a:srgbClr val="000000"/>
                </a:solidFill>
                <a:latin typeface="Times New Roman"/>
              </a:rPr>
              <a:t>This reverse pass efficiently measures the error gradient across all the connection weights in the network by propagating the error gradient backward in the network (hence the name of the algorithm).</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628200" y="61560"/>
            <a:ext cx="7884360" cy="6962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400" spc="-1" strike="noStrike">
                <a:solidFill>
                  <a:srgbClr val="c00000"/>
                </a:solidFill>
                <a:latin typeface="Calibri Light"/>
              </a:rPr>
              <a:t>Forward Pass</a:t>
            </a:r>
            <a:endParaRPr b="0" lang="en-US" sz="4400" spc="-1" strike="noStrike">
              <a:solidFill>
                <a:srgbClr val="000000"/>
              </a:solidFill>
              <a:latin typeface="Arial"/>
            </a:endParaRPr>
          </a:p>
        </p:txBody>
      </p:sp>
      <p:pic>
        <p:nvPicPr>
          <p:cNvPr id="127" name="Picture 2" descr=""/>
          <p:cNvPicPr/>
          <p:nvPr/>
        </p:nvPicPr>
        <p:blipFill>
          <a:blip r:embed="rId1"/>
          <a:stretch/>
        </p:blipFill>
        <p:spPr>
          <a:xfrm>
            <a:off x="1426320" y="1030680"/>
            <a:ext cx="5805360" cy="415044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628200" y="246600"/>
            <a:ext cx="7884360" cy="6962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400" spc="-1" strike="noStrike">
                <a:solidFill>
                  <a:srgbClr val="c00000"/>
                </a:solidFill>
                <a:latin typeface="Calibri Light"/>
              </a:rPr>
              <a:t>Backward Propagation</a:t>
            </a:r>
            <a:endParaRPr b="0" lang="en-US" sz="4400" spc="-1" strike="noStrike">
              <a:solidFill>
                <a:srgbClr val="000000"/>
              </a:solidFill>
              <a:latin typeface="Arial"/>
            </a:endParaRPr>
          </a:p>
        </p:txBody>
      </p:sp>
      <p:sp>
        <p:nvSpPr>
          <p:cNvPr id="129" name="PlaceHolder 2"/>
          <p:cNvSpPr>
            <a:spLocks noGrp="1"/>
          </p:cNvSpPr>
          <p:nvPr>
            <p:ph/>
          </p:nvPr>
        </p:nvSpPr>
        <p:spPr>
          <a:xfrm>
            <a:off x="628200" y="1222560"/>
            <a:ext cx="7884360" cy="5386320"/>
          </a:xfrm>
          <a:prstGeom prst="rect">
            <a:avLst/>
          </a:prstGeom>
          <a:noFill/>
          <a:ln w="0">
            <a:noFill/>
          </a:ln>
        </p:spPr>
        <p:txBody>
          <a:bodyPr lIns="91440" rIns="91440" tIns="45720" bIns="45720" anchor="t">
            <a:normAutofit fontScale="87222"/>
          </a:bodyPr>
          <a:p>
            <a:pPr marL="228600" indent="-228600" defTabSz="914400">
              <a:lnSpc>
                <a:spcPct val="90000"/>
              </a:lnSpc>
              <a:spcBef>
                <a:spcPts val="1001"/>
              </a:spcBef>
              <a:buClr>
                <a:srgbClr val="002060"/>
              </a:buClr>
              <a:buFont typeface="Arial"/>
              <a:buChar char="•"/>
            </a:pPr>
            <a:r>
              <a:rPr b="0" lang="en-US" sz="2800" spc="-1" strike="noStrike">
                <a:solidFill>
                  <a:srgbClr val="002060"/>
                </a:solidFill>
                <a:latin typeface="Times New Roman"/>
              </a:rPr>
              <a:t>With gradient descent, we move the weights to a position where the cost is minimum.</a:t>
            </a:r>
            <a:endParaRPr b="0" lang="en-US" sz="2800" spc="-1" strike="noStrike">
              <a:solidFill>
                <a:srgbClr val="000000"/>
              </a:solidFill>
              <a:latin typeface="Arial"/>
            </a:endParaRPr>
          </a:p>
          <a:p>
            <a:pPr marL="228600" indent="-228600" defTabSz="914400">
              <a:lnSpc>
                <a:spcPct val="90000"/>
              </a:lnSpc>
              <a:spcBef>
                <a:spcPts val="1001"/>
              </a:spcBef>
              <a:buClr>
                <a:srgbClr val="002060"/>
              </a:buClr>
              <a:buFont typeface="Arial"/>
              <a:buChar char="•"/>
            </a:pPr>
            <a:r>
              <a:rPr b="0" lang="en-US" sz="2800" spc="-1" strike="noStrike">
                <a:solidFill>
                  <a:srgbClr val="002060"/>
                </a:solidFill>
                <a:latin typeface="Times New Roman"/>
              </a:rPr>
              <a:t>Back propagating the network from the output layer to the input layer and calculate the gradient of the cost function with respect to all the weights between the output and the input layer.</a:t>
            </a:r>
            <a:endParaRPr b="0" lang="en-US" sz="2800" spc="-1" strike="noStrike">
              <a:solidFill>
                <a:srgbClr val="000000"/>
              </a:solidFill>
              <a:latin typeface="Arial"/>
            </a:endParaRPr>
          </a:p>
          <a:p>
            <a:pPr marL="228600" indent="-228600" defTabSz="914400">
              <a:lnSpc>
                <a:spcPct val="90000"/>
              </a:lnSpc>
              <a:spcBef>
                <a:spcPts val="1001"/>
              </a:spcBef>
              <a:buClr>
                <a:srgbClr val="002060"/>
              </a:buClr>
              <a:buFont typeface="Arial"/>
              <a:buChar char="•"/>
            </a:pPr>
            <a:r>
              <a:rPr b="0" lang="en-US" sz="2800" spc="-1" strike="noStrike">
                <a:solidFill>
                  <a:srgbClr val="002060"/>
                </a:solidFill>
                <a:latin typeface="Times New Roman"/>
              </a:rPr>
              <a:t>After calculating gradients, old weights can be updated using weight update rule: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2060"/>
              </a:buClr>
              <a:buFont typeface="Arial"/>
              <a:buChar char="•"/>
              <a:tabLst>
                <a:tab algn="l" pos="0"/>
              </a:tabLst>
            </a:pPr>
            <a:r>
              <a:rPr b="0" lang="en-US" sz="2800" spc="-1" strike="noStrike">
                <a:solidFill>
                  <a:srgbClr val="002060"/>
                </a:solidFill>
                <a:latin typeface="Times New Roman"/>
              </a:rPr>
              <a:t>This whole process of back propagating the network from the output layer to the input layer and updating the weights of the network using gradient descent to minimize the loss is called back propagation.</a:t>
            </a:r>
            <a:endParaRPr b="0" lang="en-US" sz="2800" spc="-1" strike="noStrike">
              <a:solidFill>
                <a:srgbClr val="000000"/>
              </a:solidFill>
              <a:latin typeface="Arial"/>
            </a:endParaRPr>
          </a:p>
        </p:txBody>
      </p:sp>
      <p:pic>
        <p:nvPicPr>
          <p:cNvPr id="130" name="Picture 3" descr=""/>
          <p:cNvPicPr/>
          <p:nvPr/>
        </p:nvPicPr>
        <p:blipFill>
          <a:blip r:embed="rId1"/>
          <a:stretch/>
        </p:blipFill>
        <p:spPr>
          <a:xfrm>
            <a:off x="2003040" y="3935160"/>
            <a:ext cx="4042800" cy="11995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32" name="PlaceHolder 2"/>
          <p:cNvSpPr>
            <a:spLocks noGrp="1"/>
          </p:cNvSpPr>
          <p:nvPr>
            <p:ph/>
          </p:nvPr>
        </p:nvSpPr>
        <p:spPr>
          <a:xfrm>
            <a:off x="457200" y="1600200"/>
            <a:ext cx="8226720" cy="4523040"/>
          </a:xfrm>
          <a:prstGeom prst="rect">
            <a:avLst/>
          </a:prstGeom>
          <a:noFill/>
          <a:ln w="0">
            <a:noFill/>
          </a:ln>
        </p:spPr>
        <p:txBody>
          <a:bodyPr lIns="0" rIns="0" tIns="0" bIns="0" anchor="t">
            <a:normAutofit fontScale="70000"/>
          </a:bodyPr>
          <a:p>
            <a:pPr marL="432000" indent="-324000">
              <a:lnSpc>
                <a:spcPct val="100000"/>
              </a:lnSpc>
              <a:spcBef>
                <a:spcPts val="1191"/>
              </a:spcBef>
              <a:spcAft>
                <a:spcPts val="992"/>
              </a:spcAft>
              <a:buClr>
                <a:srgbClr val="000000"/>
              </a:buClr>
              <a:buSzPct val="45000"/>
              <a:buFont typeface="Wingdings" charset="2"/>
              <a:buChar char=""/>
            </a:pPr>
            <a:r>
              <a:rPr b="0" lang="en-US" sz="2800" spc="-1" strike="noStrike">
                <a:solidFill>
                  <a:srgbClr val="000000"/>
                </a:solidFill>
                <a:latin typeface="Arial"/>
              </a:rPr>
              <a:t>Gradient Descent is an optimization algorithm used to, </a:t>
            </a:r>
            <a:r>
              <a:rPr b="0" lang="en-US" sz="2200" spc="-1" strike="noStrike">
                <a:solidFill>
                  <a:srgbClr val="000000"/>
                </a:solidFill>
                <a:latin typeface="Arial"/>
              </a:rPr>
              <a:t>m</a:t>
            </a:r>
            <a:r>
              <a:rPr b="0" lang="en-US" sz="2100" spc="-1" strike="noStrike">
                <a:solidFill>
                  <a:srgbClr val="000000"/>
                </a:solidFill>
                <a:latin typeface="Arial"/>
                <a:ea typeface="Noto Sans CJK SC"/>
              </a:rPr>
              <a:t>inimize the loss (error) by updating weight. It moves weights in the direction of steepest decrease of the loss</a:t>
            </a:r>
            <a:r>
              <a:rPr b="0" lang="en-US" sz="1800" spc="-1" strike="noStrike">
                <a:solidFill>
                  <a:srgbClr val="000000"/>
                </a:solidFill>
                <a:latin typeface="Arial"/>
                <a:ea typeface="Noto Sans CJK SC"/>
              </a:rPr>
              <a:t> function.</a:t>
            </a:r>
            <a:endParaRPr b="0" lang="en-US" sz="18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26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2600" spc="-1" strike="noStrike">
                <a:solidFill>
                  <a:srgbClr val="000000"/>
                </a:solidFill>
                <a:latin typeface="Arial"/>
                <a:ea typeface="Noto Sans CJK SC"/>
              </a:rPr>
              <a:t>Gradient tells direction to reduce error.  How much the loss (error) changes if we slightly change a weight.</a:t>
            </a:r>
            <a:endParaRPr b="0" lang="en-US" sz="26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10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2600" spc="-1" strike="noStrike">
                <a:solidFill>
                  <a:srgbClr val="000000"/>
                </a:solidFill>
                <a:latin typeface="Arial"/>
                <a:ea typeface="Noto Sans CJK SC"/>
              </a:rPr>
              <a:t>If output is near 0 or 1 → derivative very small → vanishing gradient problem.</a:t>
            </a:r>
            <a:endParaRPr b="0" lang="en-US" sz="26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1000" spc="-1" strike="noStrike">
              <a:solidFill>
                <a:srgbClr val="000000"/>
              </a:solidFill>
              <a:latin typeface="Arial"/>
            </a:endParaRPr>
          </a:p>
          <a:p>
            <a:pPr marL="432000" indent="0">
              <a:lnSpc>
                <a:spcPct val="100000"/>
              </a:lnSpc>
              <a:spcBef>
                <a:spcPts val="1191"/>
              </a:spcBef>
              <a:spcAft>
                <a:spcPts val="992"/>
              </a:spcAft>
              <a:buNone/>
              <a:tabLst>
                <a:tab algn="l" pos="0"/>
              </a:tabLst>
            </a:pPr>
            <a:endParaRPr b="0" lang="en-US" sz="100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1000" spc="-1" strike="noStrike">
                <a:solidFill>
                  <a:srgbClr val="000000"/>
                </a:solidFill>
                <a:latin typeface="Arial"/>
                <a:ea typeface="Noto Sans CJK SC"/>
              </a:rPr>
              <a:t> </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628200" y="246600"/>
            <a:ext cx="7884360" cy="6962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400" spc="-1" strike="noStrike">
                <a:solidFill>
                  <a:srgbClr val="c00000"/>
                </a:solidFill>
                <a:latin typeface="Calibri Light"/>
              </a:rPr>
              <a:t>Backward Propagation</a:t>
            </a:r>
            <a:endParaRPr b="0" lang="en-US" sz="4400" spc="-1" strike="noStrike">
              <a:solidFill>
                <a:srgbClr val="000000"/>
              </a:solidFill>
              <a:latin typeface="Arial"/>
            </a:endParaRPr>
          </a:p>
        </p:txBody>
      </p:sp>
      <p:sp>
        <p:nvSpPr>
          <p:cNvPr id="134" name="PlaceHolder 2"/>
          <p:cNvSpPr>
            <a:spLocks noGrp="1"/>
          </p:cNvSpPr>
          <p:nvPr>
            <p:ph/>
          </p:nvPr>
        </p:nvSpPr>
        <p:spPr>
          <a:xfrm>
            <a:off x="628200" y="1222560"/>
            <a:ext cx="7884360" cy="538632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2060"/>
              </a:buClr>
              <a:buFont typeface="Arial"/>
              <a:buChar char="•"/>
            </a:pPr>
            <a:r>
              <a:rPr b="0" lang="en-US" sz="2800" spc="-1" strike="noStrike">
                <a:solidFill>
                  <a:srgbClr val="002060"/>
                </a:solidFill>
                <a:latin typeface="Times New Roman"/>
              </a:rPr>
              <a:t>How do we update the weights?</a:t>
            </a:r>
            <a:endParaRPr b="0" lang="en-US" sz="2800" spc="-1" strike="noStrike">
              <a:solidFill>
                <a:srgbClr val="000000"/>
              </a:solidFill>
              <a:latin typeface="Arial"/>
            </a:endParaRPr>
          </a:p>
          <a:p>
            <a:pPr marL="228600" indent="-228600" defTabSz="914400">
              <a:lnSpc>
                <a:spcPct val="90000"/>
              </a:lnSpc>
              <a:spcBef>
                <a:spcPts val="1001"/>
              </a:spcBef>
              <a:buClr>
                <a:srgbClr val="002060"/>
              </a:buClr>
              <a:buFont typeface="Arial"/>
              <a:buChar char="•"/>
            </a:pPr>
            <a:r>
              <a:rPr b="0" lang="en-US" sz="2800" spc="-1" strike="noStrike">
                <a:solidFill>
                  <a:srgbClr val="002060"/>
                </a:solidFill>
                <a:latin typeface="Times New Roman"/>
              </a:rPr>
              <a:t>After calculating gradients, old weights can be updated using weight update rule: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pic>
        <p:nvPicPr>
          <p:cNvPr id="135" name="Picture 4" descr=""/>
          <p:cNvPicPr/>
          <p:nvPr/>
        </p:nvPicPr>
        <p:blipFill>
          <a:blip r:embed="rId1"/>
          <a:stretch/>
        </p:blipFill>
        <p:spPr>
          <a:xfrm>
            <a:off x="1286640" y="2575080"/>
            <a:ext cx="6385320" cy="355608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628200" y="246600"/>
            <a:ext cx="7884360" cy="696240"/>
          </a:xfrm>
          <a:prstGeom prst="rect">
            <a:avLst/>
          </a:prstGeom>
          <a:noFill/>
          <a:ln w="0">
            <a:noFill/>
          </a:ln>
        </p:spPr>
        <p:txBody>
          <a:bodyPr lIns="91440" rIns="91440" tIns="45720" bIns="45720" anchor="ctr">
            <a:normAutofit fontScale="94444"/>
          </a:bodyPr>
          <a:p>
            <a:pPr indent="0" defTabSz="914400">
              <a:lnSpc>
                <a:spcPct val="90000"/>
              </a:lnSpc>
              <a:buNone/>
              <a:tabLst>
                <a:tab algn="l" pos="0"/>
              </a:tabLst>
            </a:pPr>
            <a:r>
              <a:rPr b="1" lang="en-US" sz="4400" spc="-1" strike="noStrike">
                <a:solidFill>
                  <a:srgbClr val="c00000"/>
                </a:solidFill>
                <a:latin typeface="Calibri Light"/>
              </a:rPr>
              <a:t>Back Propagation Algorithm</a:t>
            </a:r>
            <a:endParaRPr b="0" lang="en-US" sz="4400" spc="-1" strike="noStrike">
              <a:solidFill>
                <a:srgbClr val="000000"/>
              </a:solidFill>
              <a:latin typeface="Arial"/>
            </a:endParaRPr>
          </a:p>
        </p:txBody>
      </p:sp>
      <p:sp>
        <p:nvSpPr>
          <p:cNvPr id="137" name="PlaceHolder 2"/>
          <p:cNvSpPr>
            <a:spLocks noGrp="1"/>
          </p:cNvSpPr>
          <p:nvPr>
            <p:ph/>
          </p:nvPr>
        </p:nvSpPr>
        <p:spPr>
          <a:xfrm>
            <a:off x="628200" y="1222560"/>
            <a:ext cx="7884360" cy="5386320"/>
          </a:xfrm>
          <a:prstGeom prst="rect">
            <a:avLst/>
          </a:prstGeom>
          <a:noFill/>
          <a:ln w="0">
            <a:noFill/>
          </a:ln>
        </p:spPr>
        <p:txBody>
          <a:bodyPr lIns="91440" rIns="91440" tIns="45720" bIns="45720" anchor="t">
            <a:normAutofit/>
          </a:bodyPr>
          <a:p>
            <a:pPr indent="0">
              <a:spcBef>
                <a:spcPts val="1417"/>
              </a:spcBef>
              <a:buNone/>
            </a:pPr>
            <a:endParaRPr b="0" lang="en-US" sz="1800" spc="-1" strike="noStrike">
              <a:solidFill>
                <a:srgbClr val="000000"/>
              </a:solidFill>
              <a:latin typeface="Arial"/>
            </a:endParaRPr>
          </a:p>
        </p:txBody>
      </p:sp>
      <p:pic>
        <p:nvPicPr>
          <p:cNvPr id="138" name="Picture 5" descr=""/>
          <p:cNvPicPr/>
          <p:nvPr/>
        </p:nvPicPr>
        <p:blipFill>
          <a:blip r:embed="rId1"/>
          <a:stretch/>
        </p:blipFill>
        <p:spPr>
          <a:xfrm>
            <a:off x="1186560" y="1222560"/>
            <a:ext cx="6578280" cy="47646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628200" y="246600"/>
            <a:ext cx="7884360" cy="6962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b="1" lang="en-US" sz="4400" spc="-1" strike="noStrike">
                <a:solidFill>
                  <a:srgbClr val="c00000"/>
                </a:solidFill>
                <a:latin typeface="Calibri Light"/>
              </a:rPr>
              <a:t>MLP Algorithm</a:t>
            </a:r>
            <a:endParaRPr b="0" lang="en-US" sz="4400" spc="-1" strike="noStrike">
              <a:solidFill>
                <a:srgbClr val="000000"/>
              </a:solidFill>
              <a:latin typeface="Arial"/>
            </a:endParaRPr>
          </a:p>
        </p:txBody>
      </p:sp>
      <p:sp>
        <p:nvSpPr>
          <p:cNvPr id="140" name="PlaceHolder 2"/>
          <p:cNvSpPr>
            <a:spLocks noGrp="1"/>
          </p:cNvSpPr>
          <p:nvPr>
            <p:ph/>
          </p:nvPr>
        </p:nvSpPr>
        <p:spPr>
          <a:xfrm>
            <a:off x="628200" y="1222560"/>
            <a:ext cx="7884360" cy="5386320"/>
          </a:xfrm>
          <a:prstGeom prst="rect">
            <a:avLst/>
          </a:prstGeom>
          <a:noFill/>
          <a:ln w="0">
            <a:noFill/>
          </a:ln>
        </p:spPr>
        <p:txBody>
          <a:bodyPr lIns="91440" rIns="91440" tIns="45720" bIns="45720" anchor="t">
            <a:normAutofit/>
          </a:bodyPr>
          <a:p>
            <a:pPr indent="0">
              <a:spcBef>
                <a:spcPts val="1417"/>
              </a:spcBef>
              <a:buNone/>
            </a:pPr>
            <a:endParaRPr b="0" lang="en-US" sz="1800" spc="-1" strike="noStrike">
              <a:solidFill>
                <a:srgbClr val="000000"/>
              </a:solidFill>
              <a:latin typeface="Arial"/>
            </a:endParaRPr>
          </a:p>
        </p:txBody>
      </p:sp>
      <p:pic>
        <p:nvPicPr>
          <p:cNvPr id="141" name="Picture 6" descr=""/>
          <p:cNvPicPr/>
          <p:nvPr/>
        </p:nvPicPr>
        <p:blipFill>
          <a:blip r:embed="rId1"/>
          <a:stretch/>
        </p:blipFill>
        <p:spPr>
          <a:xfrm>
            <a:off x="1502280" y="945360"/>
            <a:ext cx="6331320" cy="55764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lnSpc>
                <a:spcPct val="100000"/>
              </a:lnSpc>
              <a:buNone/>
              <a:tabLst>
                <a:tab algn="l" pos="0"/>
              </a:tabLst>
            </a:pPr>
            <a:r>
              <a:rPr b="0" lang="en-US" sz="4400" spc="-1" strike="noStrike">
                <a:solidFill>
                  <a:srgbClr val="000000"/>
                </a:solidFill>
                <a:latin typeface="Arial"/>
              </a:rPr>
              <a:t>Gradient Descent  ways</a:t>
            </a:r>
            <a:endParaRPr b="0" lang="en-US" sz="4400" spc="-1" strike="noStrike">
              <a:solidFill>
                <a:srgbClr val="000000"/>
              </a:solidFill>
              <a:latin typeface="Arial"/>
            </a:endParaRPr>
          </a:p>
        </p:txBody>
      </p:sp>
      <p:sp>
        <p:nvSpPr>
          <p:cNvPr id="143"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44" name="" descr=""/>
          <p:cNvPicPr/>
          <p:nvPr/>
        </p:nvPicPr>
        <p:blipFill>
          <a:blip r:embed="rId1"/>
          <a:stretch/>
        </p:blipFill>
        <p:spPr>
          <a:xfrm>
            <a:off x="12240" y="2083680"/>
            <a:ext cx="9142560" cy="40615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628200" y="365040"/>
            <a:ext cx="7884360" cy="613080"/>
          </a:xfrm>
          <a:prstGeom prst="rect">
            <a:avLst/>
          </a:prstGeom>
          <a:noFill/>
          <a:ln w="0">
            <a:noFill/>
          </a:ln>
        </p:spPr>
        <p:txBody>
          <a:bodyPr lIns="91440" rIns="91440" tIns="45720" bIns="45720" anchor="ctr">
            <a:normAutofit fontScale="88333"/>
          </a:bodyPr>
          <a:p>
            <a:pPr indent="0" defTabSz="914400">
              <a:lnSpc>
                <a:spcPct val="90000"/>
              </a:lnSpc>
              <a:buNone/>
              <a:tabLst>
                <a:tab algn="l" pos="0"/>
              </a:tabLst>
            </a:pPr>
            <a:r>
              <a:rPr b="0" lang="en-US" sz="4400" spc="-1" strike="noStrike">
                <a:solidFill>
                  <a:srgbClr val="c00000"/>
                </a:solidFill>
                <a:latin typeface="Calibri Light"/>
              </a:rPr>
              <a:t>Example:1</a:t>
            </a:r>
            <a:endParaRPr b="0" lang="en-US" sz="4400" spc="-1" strike="noStrike">
              <a:solidFill>
                <a:srgbClr val="000000"/>
              </a:solidFill>
              <a:latin typeface="Arial"/>
            </a:endParaRPr>
          </a:p>
        </p:txBody>
      </p:sp>
      <p:pic>
        <p:nvPicPr>
          <p:cNvPr id="146" name="Content Placeholder 7" descr=""/>
          <p:cNvPicPr/>
          <p:nvPr/>
        </p:nvPicPr>
        <p:blipFill>
          <a:blip r:embed="rId1"/>
          <a:stretch/>
        </p:blipFill>
        <p:spPr>
          <a:xfrm>
            <a:off x="750600" y="1160280"/>
            <a:ext cx="7021440" cy="48430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628200" y="365040"/>
            <a:ext cx="7884360" cy="613080"/>
          </a:xfrm>
          <a:prstGeom prst="rect">
            <a:avLst/>
          </a:prstGeom>
          <a:noFill/>
          <a:ln w="0">
            <a:noFill/>
          </a:ln>
        </p:spPr>
        <p:txBody>
          <a:bodyPr lIns="91440" rIns="91440" tIns="45720" bIns="45720" anchor="ctr">
            <a:normAutofit fontScale="88333"/>
          </a:bodyPr>
          <a:p>
            <a:pPr indent="0" defTabSz="914400">
              <a:lnSpc>
                <a:spcPct val="90000"/>
              </a:lnSpc>
              <a:buNone/>
              <a:tabLst>
                <a:tab algn="l" pos="0"/>
              </a:tabLst>
            </a:pPr>
            <a:r>
              <a:rPr b="0" lang="en-US" sz="4400" spc="-1" strike="noStrike">
                <a:solidFill>
                  <a:srgbClr val="c00000"/>
                </a:solidFill>
                <a:latin typeface="Calibri Light"/>
              </a:rPr>
              <a:t>Example:1</a:t>
            </a:r>
            <a:endParaRPr b="0" lang="en-US" sz="4400" spc="-1" strike="noStrike">
              <a:solidFill>
                <a:srgbClr val="000000"/>
              </a:solidFill>
              <a:latin typeface="Arial"/>
            </a:endParaRPr>
          </a:p>
        </p:txBody>
      </p:sp>
      <p:pic>
        <p:nvPicPr>
          <p:cNvPr id="148" name="Content Placeholder 1" descr=""/>
          <p:cNvPicPr/>
          <p:nvPr/>
        </p:nvPicPr>
        <p:blipFill>
          <a:blip r:embed="rId1"/>
          <a:stretch/>
        </p:blipFill>
        <p:spPr>
          <a:xfrm>
            <a:off x="1140120" y="1405440"/>
            <a:ext cx="7137000" cy="508500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p:nvPr>
        </p:nvSpPr>
        <p:spPr>
          <a:xfrm>
            <a:off x="457200" y="0"/>
            <a:ext cx="8226720" cy="5894640"/>
          </a:xfrm>
          <a:prstGeom prst="rect">
            <a:avLst/>
          </a:prstGeom>
          <a:noFill/>
          <a:ln w="0">
            <a:noFill/>
          </a:ln>
        </p:spPr>
        <p:txBody>
          <a:bodyPr lIns="0" rIns="0" tIns="0" bIns="0" anchor="t">
            <a:normAutofit/>
          </a:bodyPr>
          <a:p>
            <a:pPr marL="432000" indent="0">
              <a:lnSpc>
                <a:spcPct val="100000"/>
              </a:lnSpc>
              <a:spcBef>
                <a:spcPts val="1417"/>
              </a:spcBef>
              <a:buNone/>
              <a:tabLst>
                <a:tab algn="l" pos="0"/>
              </a:tabLst>
            </a:pPr>
            <a:r>
              <a:rPr b="0" lang="en-US" sz="3200" spc="-1" strike="noStrike">
                <a:solidFill>
                  <a:srgbClr val="000000"/>
                </a:solidFill>
                <a:latin typeface="Arial"/>
              </a:rPr>
              <a:t> </a:t>
            </a: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pc="-1" strike="noStrike">
                <a:solidFill>
                  <a:srgbClr val="000000"/>
                </a:solidFill>
                <a:latin typeface="Arial"/>
              </a:rPr>
              <a:t>Error at output neuron is calculated as</a:t>
            </a: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3200" spc="-1" strike="noStrike">
                <a:solidFill>
                  <a:srgbClr val="000000"/>
                </a:solidFill>
                <a:latin typeface="Arial"/>
              </a:rPr>
              <a:t>Error at hidden layer neurons are calculated as</a:t>
            </a: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p:txBody>
      </p:sp>
      <p:pic>
        <p:nvPicPr>
          <p:cNvPr id="150" name="" descr=""/>
          <p:cNvPicPr/>
          <p:nvPr/>
        </p:nvPicPr>
        <p:blipFill>
          <a:blip r:embed="rId1"/>
          <a:stretch/>
        </p:blipFill>
        <p:spPr>
          <a:xfrm>
            <a:off x="382680" y="1088640"/>
            <a:ext cx="8226720" cy="1425240"/>
          </a:xfrm>
          <a:prstGeom prst="rect">
            <a:avLst/>
          </a:prstGeom>
          <a:ln w="0">
            <a:noFill/>
          </a:ln>
        </p:spPr>
      </p:pic>
      <p:pic>
        <p:nvPicPr>
          <p:cNvPr id="151" name="" descr=""/>
          <p:cNvPicPr/>
          <p:nvPr/>
        </p:nvPicPr>
        <p:blipFill>
          <a:blip r:embed="rId2"/>
          <a:stretch/>
        </p:blipFill>
        <p:spPr>
          <a:xfrm>
            <a:off x="516600" y="4466880"/>
            <a:ext cx="8447040" cy="13604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p:nvPr>
        </p:nvSpPr>
        <p:spPr>
          <a:xfrm>
            <a:off x="2160" y="229320"/>
            <a:ext cx="8226720" cy="5713560"/>
          </a:xfrm>
          <a:prstGeom prst="rect">
            <a:avLst/>
          </a:prstGeom>
          <a:noFill/>
          <a:ln w="0">
            <a:noFill/>
          </a:ln>
        </p:spPr>
        <p:txBody>
          <a:bodyPr lIns="0" rIns="0" tIns="0" bIns="0" anchor="t">
            <a:normAutofit fontScale="8888"/>
          </a:bodyPr>
          <a:p>
            <a:pPr marL="432000" indent="0">
              <a:lnSpc>
                <a:spcPct val="100000"/>
              </a:lnSpc>
              <a:spcBef>
                <a:spcPts val="1417"/>
              </a:spcBef>
              <a:buNone/>
              <a:tabLst>
                <a:tab algn="l" pos="0"/>
              </a:tabLst>
            </a:pPr>
            <a:r>
              <a:rPr b="0" lang="en-US" sz="17020" spc="-1" strike="noStrike">
                <a:solidFill>
                  <a:srgbClr val="000000"/>
                </a:solidFill>
                <a:latin typeface="Arial"/>
              </a:rPr>
              <a:t>Bias update</a:t>
            </a:r>
            <a:endParaRPr b="0" lang="en-US" sz="1702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22650" spc="-1" strike="noStrike">
                <a:solidFill>
                  <a:srgbClr val="000000"/>
                </a:solidFill>
                <a:latin typeface="Arial"/>
              </a:rPr>
              <a:t>New bias= old bias +ηδ</a:t>
            </a:r>
            <a:endParaRPr b="0" lang="en-US" sz="2265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400" spc="-1" strike="noStrike">
                <a:solidFill>
                  <a:srgbClr val="000000"/>
                </a:solidFill>
                <a:latin typeface="Arial"/>
                <a:ea typeface="Noto Sans CJK SC"/>
              </a:rPr>
              <a:t> </a:t>
            </a:r>
            <a:r>
              <a:rPr b="0" lang="en-US" sz="22650" spc="-1" strike="noStrike">
                <a:solidFill>
                  <a:srgbClr val="000000"/>
                </a:solidFill>
                <a:latin typeface="Arial"/>
                <a:ea typeface="Noto Sans CJK SC"/>
              </a:rPr>
              <a:t>ηδ    - learning rate x error</a:t>
            </a:r>
            <a:endParaRPr b="0" lang="en-US" sz="2265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3200" spc="-1" strike="noStrike">
                <a:solidFill>
                  <a:srgbClr val="000000"/>
                </a:solidFill>
                <a:latin typeface="Arial"/>
                <a:ea typeface="Noto Sans CJK SC"/>
              </a:rPr>
              <a:t> </a:t>
            </a:r>
            <a:endParaRPr b="0" lang="en-US" sz="3200" spc="-1" strike="noStrike">
              <a:solidFill>
                <a:srgbClr val="000000"/>
              </a:solidFill>
              <a:latin typeface="Arial"/>
            </a:endParaRPr>
          </a:p>
          <a:p>
            <a:pPr marL="432000" indent="0">
              <a:lnSpc>
                <a:spcPct val="100000"/>
              </a:lnSpc>
              <a:spcBef>
                <a:spcPts val="1417"/>
              </a:spcBef>
              <a:buNone/>
              <a:tabLst>
                <a:tab algn="l" pos="0"/>
              </a:tabLst>
            </a:pPr>
            <a:r>
              <a:rPr b="0" lang="en-US" sz="9600" spc="-1" strike="noStrike">
                <a:solidFill>
                  <a:srgbClr val="000000"/>
                </a:solidFill>
                <a:latin typeface="Arial"/>
                <a:ea typeface="Noto Sans CJK SC"/>
              </a:rPr>
              <a:t> </a:t>
            </a:r>
            <a:endParaRPr b="0" lang="en-US" sz="9600" spc="-1" strike="noStrike">
              <a:solidFill>
                <a:srgbClr val="000000"/>
              </a:solidFill>
              <a:latin typeface="Arial"/>
            </a:endParaRPr>
          </a:p>
          <a:p>
            <a:pPr marL="432000" indent="-324000">
              <a:lnSpc>
                <a:spcPct val="100000"/>
              </a:lnSpc>
              <a:spcBef>
                <a:spcPts val="1417"/>
              </a:spcBef>
              <a:buClr>
                <a:srgbClr val="000000"/>
              </a:buClr>
              <a:buSzPct val="45000"/>
              <a:buFont typeface="Wingdings" charset="2"/>
              <a:buChar char=""/>
              <a:tabLst>
                <a:tab algn="l" pos="0"/>
              </a:tabLst>
            </a:pPr>
            <a:r>
              <a:rPr b="0" lang="en-US" sz="17020" spc="-1" strike="noStrike">
                <a:solidFill>
                  <a:srgbClr val="000000"/>
                </a:solidFill>
                <a:latin typeface="Arial"/>
                <a:ea typeface="Noto Sans CJK SC"/>
              </a:rPr>
              <a:t>Weight update</a:t>
            </a:r>
            <a:endParaRPr b="0" lang="en-US" sz="17020" spc="-1" strike="noStrike">
              <a:solidFill>
                <a:srgbClr val="000000"/>
              </a:solidFill>
              <a:latin typeface="Arial"/>
            </a:endParaRPr>
          </a:p>
          <a:p>
            <a:pPr marL="432000" indent="0">
              <a:lnSpc>
                <a:spcPct val="100000"/>
              </a:lnSpc>
              <a:spcBef>
                <a:spcPts val="1417"/>
              </a:spcBef>
              <a:buNone/>
              <a:tabLst>
                <a:tab algn="l" pos="0"/>
              </a:tabLst>
            </a:pPr>
            <a:r>
              <a:rPr b="0" lang="en-US" sz="11620" spc="-1" strike="noStrike">
                <a:solidFill>
                  <a:srgbClr val="000000"/>
                </a:solidFill>
                <a:latin typeface="Arial"/>
                <a:ea typeface="Noto Sans CJK SC"/>
              </a:rPr>
              <a:t> </a:t>
            </a:r>
            <a:endParaRPr b="0" lang="en-US" sz="1162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2100" spc="-1" strike="noStrike">
                <a:solidFill>
                  <a:srgbClr val="000000"/>
                </a:solidFill>
                <a:latin typeface="Arial"/>
                <a:ea typeface="Noto Sans CJK SC"/>
              </a:rPr>
              <a:t> </a:t>
            </a:r>
            <a:endParaRPr b="0" lang="en-US" sz="210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2100" spc="-1" strike="noStrike">
                <a:solidFill>
                  <a:srgbClr val="000000"/>
                </a:solidFill>
                <a:latin typeface="Arial"/>
                <a:ea typeface="Noto Sans CJK SC"/>
              </a:rPr>
              <a:t> </a:t>
            </a:r>
            <a:endParaRPr b="0" lang="en-US" sz="2100" spc="-1" strike="noStrike">
              <a:solidFill>
                <a:srgbClr val="000000"/>
              </a:solidFill>
              <a:latin typeface="Arial"/>
            </a:endParaRPr>
          </a:p>
          <a:p>
            <a:pPr marL="432000" indent="0">
              <a:lnSpc>
                <a:spcPct val="100000"/>
              </a:lnSpc>
              <a:spcBef>
                <a:spcPts val="1191"/>
              </a:spcBef>
              <a:spcAft>
                <a:spcPts val="992"/>
              </a:spcAft>
              <a:buNone/>
              <a:tabLst>
                <a:tab algn="l" pos="0"/>
              </a:tabLst>
            </a:pPr>
            <a:r>
              <a:rPr b="0" lang="en-US" sz="2100" spc="-1" strike="noStrike">
                <a:solidFill>
                  <a:srgbClr val="000000"/>
                </a:solidFill>
                <a:latin typeface="Arial"/>
                <a:ea typeface="Noto Sans CJK SC"/>
              </a:rPr>
              <a:t> </a:t>
            </a:r>
            <a:endParaRPr b="0" lang="en-US" sz="210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5470" spc="-1" strike="noStrike">
                <a:solidFill>
                  <a:srgbClr val="000000"/>
                </a:solidFill>
                <a:latin typeface="Arial"/>
                <a:ea typeface="Noto Sans CJK SC"/>
              </a:rPr>
              <a:t>δ</a:t>
            </a:r>
            <a:r>
              <a:rPr b="0" lang="en-US" sz="15468" spc="-1" strike="noStrike" baseline="-8000">
                <a:solidFill>
                  <a:srgbClr val="000000"/>
                </a:solidFill>
                <a:latin typeface="Arial"/>
                <a:ea typeface="Noto Sans CJK SC"/>
              </a:rPr>
              <a:t>j​​ </a:t>
            </a:r>
            <a:r>
              <a:rPr b="0" lang="en-US" sz="15470" spc="-1" strike="noStrike">
                <a:solidFill>
                  <a:srgbClr val="000000"/>
                </a:solidFill>
                <a:latin typeface="Arial"/>
                <a:ea typeface="Noto Sans CJK SC"/>
              </a:rPr>
              <a:t>is the error term for each unit,</a:t>
            </a:r>
            <a:endParaRPr b="0" lang="en-US" sz="1547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5470" spc="-1" strike="noStrike">
                <a:solidFill>
                  <a:srgbClr val="000000"/>
                </a:solidFill>
                <a:latin typeface="Arial"/>
                <a:ea typeface="Noto Sans CJK SC"/>
              </a:rPr>
              <a:t>η is the learning rate.</a:t>
            </a:r>
            <a:endParaRPr b="0" lang="en-US" sz="15470" spc="-1" strike="noStrike">
              <a:solidFill>
                <a:srgbClr val="000000"/>
              </a:solidFill>
              <a:latin typeface="Arial"/>
            </a:endParaRPr>
          </a:p>
          <a:p>
            <a:pPr marL="432000" indent="-324000">
              <a:lnSpc>
                <a:spcPct val="100000"/>
              </a:lnSpc>
              <a:spcBef>
                <a:spcPts val="1191"/>
              </a:spcBef>
              <a:spcAft>
                <a:spcPts val="992"/>
              </a:spcAft>
              <a:buClr>
                <a:srgbClr val="000000"/>
              </a:buClr>
              <a:buSzPct val="45000"/>
              <a:buFont typeface="Wingdings" charset="2"/>
              <a:buChar char=""/>
              <a:tabLst>
                <a:tab algn="l" pos="0"/>
              </a:tabLst>
            </a:pPr>
            <a:r>
              <a:rPr b="0" lang="en-US" sz="15470" spc="-1" strike="noStrike">
                <a:solidFill>
                  <a:srgbClr val="000000"/>
                </a:solidFill>
                <a:latin typeface="Arial"/>
                <a:ea typeface="Noto Sans CJK SC"/>
              </a:rPr>
              <a:t>O is the output at the particular neuron</a:t>
            </a:r>
            <a:endParaRPr b="0" lang="en-US" sz="15470" spc="-1" strike="noStrike">
              <a:solidFill>
                <a:srgbClr val="000000"/>
              </a:solidFill>
              <a:latin typeface="Arial"/>
            </a:endParaRPr>
          </a:p>
          <a:p>
            <a:pPr marL="432000" indent="0">
              <a:lnSpc>
                <a:spcPct val="100000"/>
              </a:lnSpc>
              <a:spcBef>
                <a:spcPts val="1417"/>
              </a:spcBef>
              <a:buNone/>
              <a:tabLst>
                <a:tab algn="l" pos="0"/>
              </a:tabLst>
            </a:pPr>
            <a:r>
              <a:rPr b="0" lang="en-US" sz="24920" spc="-1" strike="noStrike">
                <a:solidFill>
                  <a:srgbClr val="000000"/>
                </a:solidFill>
                <a:latin typeface="Arial"/>
                <a:ea typeface="Noto Sans CJK SC"/>
              </a:rPr>
              <a:t> </a:t>
            </a:r>
            <a:endParaRPr b="0" lang="en-US" sz="2492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a:p>
            <a:pPr marL="432000" indent="0">
              <a:lnSpc>
                <a:spcPct val="100000"/>
              </a:lnSpc>
              <a:spcBef>
                <a:spcPts val="1417"/>
              </a:spcBef>
              <a:buNone/>
              <a:tabLst>
                <a:tab algn="l" pos="0"/>
              </a:tabLst>
            </a:pPr>
            <a:endParaRPr b="0" lang="en-US" sz="3200" spc="-1" strike="noStrike">
              <a:solidFill>
                <a:srgbClr val="000000"/>
              </a:solidFill>
              <a:latin typeface="Arial"/>
            </a:endParaRPr>
          </a:p>
        </p:txBody>
      </p:sp>
      <p:pic>
        <p:nvPicPr>
          <p:cNvPr id="153" name="" descr=""/>
          <p:cNvPicPr/>
          <p:nvPr/>
        </p:nvPicPr>
        <p:blipFill>
          <a:blip r:embed="rId1"/>
          <a:stretch/>
        </p:blipFill>
        <p:spPr>
          <a:xfrm>
            <a:off x="619920" y="2944080"/>
            <a:ext cx="8571600" cy="94140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628200" y="365040"/>
            <a:ext cx="7884360" cy="7585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rgbClr val="c00000"/>
                </a:solidFill>
                <a:latin typeface="Calibri Light"/>
              </a:rPr>
              <a:t>Example:1</a:t>
            </a:r>
            <a:r>
              <a:rPr b="0" lang="en-US" sz="2800" spc="-1" strike="noStrike">
                <a:solidFill>
                  <a:srgbClr val="c00000"/>
                </a:solidFill>
                <a:latin typeface="Calibri Light"/>
              </a:rPr>
              <a:t>(For example,only weight update shown. Bias also need to update)</a:t>
            </a:r>
            <a:endParaRPr b="0" lang="en-US" sz="2800" spc="-1" strike="noStrike">
              <a:solidFill>
                <a:srgbClr val="000000"/>
              </a:solidFill>
              <a:latin typeface="Arial"/>
            </a:endParaRPr>
          </a:p>
        </p:txBody>
      </p:sp>
      <p:pic>
        <p:nvPicPr>
          <p:cNvPr id="155" name="Content Placeholder 8" descr=""/>
          <p:cNvPicPr/>
          <p:nvPr/>
        </p:nvPicPr>
        <p:blipFill>
          <a:blip r:embed="rId1"/>
          <a:stretch/>
        </p:blipFill>
        <p:spPr>
          <a:xfrm>
            <a:off x="476280" y="1896120"/>
            <a:ext cx="4566960" cy="4492440"/>
          </a:xfrm>
          <a:prstGeom prst="rect">
            <a:avLst/>
          </a:prstGeom>
          <a:ln w="0">
            <a:noFill/>
          </a:ln>
        </p:spPr>
      </p:pic>
      <p:pic>
        <p:nvPicPr>
          <p:cNvPr id="156" name="Content Placeholder 9" descr=""/>
          <p:cNvPicPr/>
          <p:nvPr/>
        </p:nvPicPr>
        <p:blipFill>
          <a:blip r:embed="rId2"/>
          <a:stretch/>
        </p:blipFill>
        <p:spPr>
          <a:xfrm>
            <a:off x="5572800" y="2406240"/>
            <a:ext cx="2834280" cy="22208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628200" y="365040"/>
            <a:ext cx="7884360" cy="7585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rgbClr val="c00000"/>
                </a:solidFill>
                <a:latin typeface="Calibri Light"/>
              </a:rPr>
              <a:t>Example:1</a:t>
            </a:r>
            <a:endParaRPr b="0" lang="en-US" sz="4400" spc="-1" strike="noStrike">
              <a:solidFill>
                <a:srgbClr val="000000"/>
              </a:solidFill>
              <a:latin typeface="Arial"/>
            </a:endParaRPr>
          </a:p>
        </p:txBody>
      </p:sp>
      <p:sp>
        <p:nvSpPr>
          <p:cNvPr id="158" name="PlaceHolder 2"/>
          <p:cNvSpPr>
            <a:spLocks noGrp="1"/>
          </p:cNvSpPr>
          <p:nvPr>
            <p:ph/>
          </p:nvPr>
        </p:nvSpPr>
        <p:spPr>
          <a:xfrm>
            <a:off x="6172200" y="1825560"/>
            <a:ext cx="2340360" cy="388836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59" name="Picture 7" descr=""/>
          <p:cNvPicPr/>
          <p:nvPr/>
        </p:nvPicPr>
        <p:blipFill>
          <a:blip r:embed="rId1"/>
          <a:stretch/>
        </p:blipFill>
        <p:spPr>
          <a:xfrm>
            <a:off x="6204240" y="2197800"/>
            <a:ext cx="2710080" cy="2923560"/>
          </a:xfrm>
          <a:prstGeom prst="rect">
            <a:avLst/>
          </a:prstGeom>
          <a:ln w="0">
            <a:noFill/>
          </a:ln>
        </p:spPr>
      </p:pic>
      <p:sp>
        <p:nvSpPr>
          <p:cNvPr id="160" name="PlaceHolder 3"/>
          <p:cNvSpPr>
            <a:spLocks noGrp="1"/>
          </p:cNvSpPr>
          <p:nvPr>
            <p:ph/>
          </p:nvPr>
        </p:nvSpPr>
        <p:spPr>
          <a:xfrm>
            <a:off x="628200" y="1825560"/>
            <a:ext cx="3883680" cy="43488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61" name="Picture 8" descr=""/>
          <p:cNvPicPr/>
          <p:nvPr/>
        </p:nvPicPr>
        <p:blipFill>
          <a:blip r:embed="rId2"/>
          <a:stretch/>
        </p:blipFill>
        <p:spPr>
          <a:xfrm>
            <a:off x="0" y="1371600"/>
            <a:ext cx="5841360" cy="45709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628200" y="365040"/>
            <a:ext cx="7884360" cy="75852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rgbClr val="c00000"/>
                </a:solidFill>
                <a:latin typeface="Calibri Light"/>
              </a:rPr>
              <a:t>Example:1</a:t>
            </a:r>
            <a:endParaRPr b="0" lang="en-US" sz="4400" spc="-1" strike="noStrike">
              <a:solidFill>
                <a:srgbClr val="000000"/>
              </a:solidFill>
              <a:latin typeface="Arial"/>
            </a:endParaRPr>
          </a:p>
        </p:txBody>
      </p:sp>
      <p:pic>
        <p:nvPicPr>
          <p:cNvPr id="163" name="Picture 1" descr=""/>
          <p:cNvPicPr/>
          <p:nvPr/>
        </p:nvPicPr>
        <p:blipFill>
          <a:blip r:embed="rId1"/>
          <a:stretch/>
        </p:blipFill>
        <p:spPr>
          <a:xfrm>
            <a:off x="725400" y="1124640"/>
            <a:ext cx="4074120" cy="2443680"/>
          </a:xfrm>
          <a:prstGeom prst="rect">
            <a:avLst/>
          </a:prstGeom>
          <a:ln w="0">
            <a:noFill/>
          </a:ln>
        </p:spPr>
      </p:pic>
      <p:pic>
        <p:nvPicPr>
          <p:cNvPr id="164" name="Picture 9" descr=""/>
          <p:cNvPicPr/>
          <p:nvPr/>
        </p:nvPicPr>
        <p:blipFill>
          <a:blip r:embed="rId2"/>
          <a:stretch/>
        </p:blipFill>
        <p:spPr>
          <a:xfrm>
            <a:off x="880560" y="4471200"/>
            <a:ext cx="2358000" cy="1299240"/>
          </a:xfrm>
          <a:prstGeom prst="rect">
            <a:avLst/>
          </a:prstGeom>
          <a:ln w="0">
            <a:noFill/>
          </a:ln>
        </p:spPr>
      </p:pic>
      <p:sp>
        <p:nvSpPr>
          <p:cNvPr id="165" name="PlaceHolder 2"/>
          <p:cNvSpPr>
            <a:spLocks noGrp="1"/>
          </p:cNvSpPr>
          <p:nvPr>
            <p:ph/>
          </p:nvPr>
        </p:nvSpPr>
        <p:spPr>
          <a:xfrm>
            <a:off x="628200" y="1100520"/>
            <a:ext cx="5085720" cy="503784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sp>
        <p:nvSpPr>
          <p:cNvPr id="166" name="PlaceHolder 3"/>
          <p:cNvSpPr>
            <a:spLocks noGrp="1"/>
          </p:cNvSpPr>
          <p:nvPr>
            <p:ph/>
          </p:nvPr>
        </p:nvSpPr>
        <p:spPr>
          <a:xfrm>
            <a:off x="5715000" y="1365120"/>
            <a:ext cx="3883680" cy="43488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67" name="Picture 10" descr=""/>
          <p:cNvPicPr/>
          <p:nvPr/>
        </p:nvPicPr>
        <p:blipFill>
          <a:blip r:embed="rId3"/>
          <a:stretch/>
        </p:blipFill>
        <p:spPr>
          <a:xfrm>
            <a:off x="6400800" y="2407680"/>
            <a:ext cx="2524320" cy="216324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628200" y="365040"/>
            <a:ext cx="7884360" cy="13230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rgbClr val="c00000"/>
                </a:solidFill>
                <a:latin typeface="Calibri Light"/>
              </a:rPr>
              <a:t>Example:1</a:t>
            </a:r>
            <a:endParaRPr b="0" lang="en-US" sz="4400" spc="-1" strike="noStrike">
              <a:solidFill>
                <a:srgbClr val="000000"/>
              </a:solidFill>
              <a:latin typeface="Arial"/>
            </a:endParaRPr>
          </a:p>
        </p:txBody>
      </p:sp>
      <p:pic>
        <p:nvPicPr>
          <p:cNvPr id="169" name="Content Placeholder 14" descr=""/>
          <p:cNvPicPr/>
          <p:nvPr/>
        </p:nvPicPr>
        <p:blipFill>
          <a:blip r:embed="rId1"/>
          <a:stretch/>
        </p:blipFill>
        <p:spPr>
          <a:xfrm>
            <a:off x="401400" y="2069280"/>
            <a:ext cx="5082840" cy="3260520"/>
          </a:xfrm>
          <a:prstGeom prst="rect">
            <a:avLst/>
          </a:prstGeom>
          <a:ln w="0">
            <a:noFill/>
          </a:ln>
        </p:spPr>
      </p:pic>
      <p:pic>
        <p:nvPicPr>
          <p:cNvPr id="170" name="Content Placeholder 15" descr=""/>
          <p:cNvPicPr/>
          <p:nvPr/>
        </p:nvPicPr>
        <p:blipFill>
          <a:blip r:embed="rId2"/>
          <a:stretch/>
        </p:blipFill>
        <p:spPr>
          <a:xfrm>
            <a:off x="5768280" y="2367720"/>
            <a:ext cx="3252600" cy="266364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628200" y="365040"/>
            <a:ext cx="7884360" cy="132300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pc="-1" strike="noStrike">
                <a:solidFill>
                  <a:srgbClr val="c00000"/>
                </a:solidFill>
                <a:latin typeface="Calibri Light"/>
              </a:rPr>
              <a:t>Example:1</a:t>
            </a:r>
            <a:endParaRPr b="0" lang="en-US" sz="4400" spc="-1" strike="noStrike">
              <a:solidFill>
                <a:srgbClr val="000000"/>
              </a:solidFill>
              <a:latin typeface="Arial"/>
            </a:endParaRPr>
          </a:p>
        </p:txBody>
      </p:sp>
      <p:sp>
        <p:nvSpPr>
          <p:cNvPr id="172" name="PlaceHolder 2"/>
          <p:cNvSpPr>
            <a:spLocks noGrp="1"/>
          </p:cNvSpPr>
          <p:nvPr>
            <p:ph/>
          </p:nvPr>
        </p:nvSpPr>
        <p:spPr>
          <a:xfrm>
            <a:off x="628200" y="1825560"/>
            <a:ext cx="7151040" cy="4348800"/>
          </a:xfrm>
          <a:prstGeom prst="rect">
            <a:avLst/>
          </a:prstGeom>
          <a:noFill/>
          <a:ln w="0">
            <a:noFill/>
          </a:ln>
        </p:spPr>
        <p:txBody>
          <a:bodyPr lIns="91440" rIns="91440" tIns="45720" bIns="45720" anchor="t">
            <a:noAutofit/>
          </a:bodyPr>
          <a:p>
            <a:pPr indent="0">
              <a:spcBef>
                <a:spcPts val="1417"/>
              </a:spcBef>
              <a:buNone/>
            </a:pPr>
            <a:endParaRPr b="0" lang="en-US" sz="1800" spc="-1" strike="noStrike">
              <a:solidFill>
                <a:srgbClr val="000000"/>
              </a:solidFill>
              <a:latin typeface="Arial"/>
            </a:endParaRPr>
          </a:p>
        </p:txBody>
      </p:sp>
      <p:pic>
        <p:nvPicPr>
          <p:cNvPr id="173" name="Picture 11" descr=""/>
          <p:cNvPicPr/>
          <p:nvPr/>
        </p:nvPicPr>
        <p:blipFill>
          <a:blip r:embed="rId1"/>
          <a:stretch/>
        </p:blipFill>
        <p:spPr>
          <a:xfrm>
            <a:off x="628200" y="1690560"/>
            <a:ext cx="6645600" cy="448380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nSpc>
                <a:spcPct val="100000"/>
              </a:lnSpc>
              <a:buNone/>
              <a:tabLst>
                <a:tab algn="l" pos="0"/>
              </a:tabLst>
            </a:pPr>
            <a:r>
              <a:rPr b="0" lang="en-US" sz="1800" spc="-1" strike="noStrike">
                <a:solidFill>
                  <a:schemeClr val="dk1"/>
                </a:solidFill>
                <a:latin typeface="Calibri"/>
              </a:rPr>
              <a:t>Multi layer Perceptron  – Example 2</a:t>
            </a:r>
            <a:endParaRPr b="0" lang="en-US" sz="1800" spc="-1" strike="noStrike">
              <a:solidFill>
                <a:srgbClr val="000000"/>
              </a:solidFill>
              <a:latin typeface="Arial"/>
            </a:endParaRPr>
          </a:p>
        </p:txBody>
      </p:sp>
      <p:sp>
        <p:nvSpPr>
          <p:cNvPr id="175" name="PlaceHolder 2"/>
          <p:cNvSpPr>
            <a:spLocks noGrp="1"/>
          </p:cNvSpPr>
          <p:nvPr>
            <p:ph/>
          </p:nvPr>
        </p:nvSpPr>
        <p:spPr>
          <a:xfrm>
            <a:off x="457920" y="1143000"/>
            <a:ext cx="8455320" cy="4569840"/>
          </a:xfrm>
          <a:prstGeom prst="rect">
            <a:avLst/>
          </a:prstGeom>
          <a:noFill/>
          <a:ln w="0">
            <a:noFill/>
          </a:ln>
        </p:spPr>
        <p:txBody>
          <a:bodyPr lIns="0" rIns="0" tIns="0" bIns="0" anchor="t">
            <a:normAutofit/>
          </a:bodyPr>
          <a:p>
            <a:pPr marL="432000" indent="0">
              <a:lnSpc>
                <a:spcPct val="100000"/>
              </a:lnSpc>
              <a:spcBef>
                <a:spcPts val="1191"/>
              </a:spcBef>
              <a:spcAft>
                <a:spcPts val="992"/>
              </a:spcAft>
              <a:buNone/>
              <a:tabLst>
                <a:tab algn="l" pos="0"/>
              </a:tabLst>
            </a:pPr>
            <a:r>
              <a:rPr b="0" lang="en-US" sz="1800" spc="-1" strike="noStrike">
                <a:solidFill>
                  <a:srgbClr val="000000"/>
                </a:solidFill>
                <a:latin typeface="Arial"/>
              </a:rPr>
              <a:t>In this case, we have been given a multi-layer perceptron network with the input layer, one hidden layer, and the output layer. In this case, the input layer has four neurons, the hidden layer has two neurons. You can notice here, X1, X2, X3, X4 are the input layer neurons, and X5 and X6 are the hidden layer neurons, and X7 is the output layer neuron. In this case, X0 is a bias with respect to the hidden layer neurons as well as the output layer neuron. In this case, we need to train the multi-layer perceptron by updating the weights as well as the biases in the network. The learning rate given to us is 0.8 in this case, and the inputs are X1, X2, X3, X4, which are 1, 1, 0, 1, respectively, and the desired output, that is, the target output in this case, is one. That is what is expected from this particular multi-layer perceptron network. Along with this, the weights are also given to us.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77"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78" name="" descr=""/>
          <p:cNvPicPr/>
          <p:nvPr/>
        </p:nvPicPr>
        <p:blipFill>
          <a:blip r:embed="rId1"/>
          <a:stretch/>
        </p:blipFill>
        <p:spPr>
          <a:xfrm>
            <a:off x="756000" y="1143000"/>
            <a:ext cx="6954120" cy="507672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80"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81" name="" descr=""/>
          <p:cNvPicPr/>
          <p:nvPr/>
        </p:nvPicPr>
        <p:blipFill>
          <a:blip r:embed="rId1"/>
          <a:stretch/>
        </p:blipFill>
        <p:spPr>
          <a:xfrm>
            <a:off x="1143000" y="1800"/>
            <a:ext cx="5821920" cy="685728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83"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84" name="" descr=""/>
          <p:cNvPicPr/>
          <p:nvPr/>
        </p:nvPicPr>
        <p:blipFill>
          <a:blip r:embed="rId1"/>
          <a:stretch/>
        </p:blipFill>
        <p:spPr>
          <a:xfrm>
            <a:off x="914400" y="1800"/>
            <a:ext cx="6056640" cy="685728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86"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87" name="" descr=""/>
          <p:cNvPicPr/>
          <p:nvPr/>
        </p:nvPicPr>
        <p:blipFill>
          <a:blip r:embed="rId1"/>
          <a:stretch/>
        </p:blipFill>
        <p:spPr>
          <a:xfrm>
            <a:off x="914400" y="1800"/>
            <a:ext cx="6176520" cy="68572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89"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90" name="" descr=""/>
          <p:cNvPicPr/>
          <p:nvPr/>
        </p:nvPicPr>
        <p:blipFill>
          <a:blip r:embed="rId1"/>
          <a:stretch/>
        </p:blipFill>
        <p:spPr>
          <a:xfrm>
            <a:off x="914400" y="1800"/>
            <a:ext cx="5932440" cy="685728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92"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93" name="" descr=""/>
          <p:cNvPicPr/>
          <p:nvPr/>
        </p:nvPicPr>
        <p:blipFill>
          <a:blip r:embed="rId1"/>
          <a:stretch/>
        </p:blipFill>
        <p:spPr>
          <a:xfrm>
            <a:off x="1143000" y="1800"/>
            <a:ext cx="5729400" cy="685728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95"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96" name="" descr=""/>
          <p:cNvPicPr/>
          <p:nvPr/>
        </p:nvPicPr>
        <p:blipFill>
          <a:blip r:embed="rId1"/>
          <a:stretch/>
        </p:blipFill>
        <p:spPr>
          <a:xfrm>
            <a:off x="1143000" y="1800"/>
            <a:ext cx="5905080" cy="685728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457200" y="274680"/>
            <a:ext cx="8226720" cy="114012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198" name="PlaceHolder 2"/>
          <p:cNvSpPr>
            <a:spLocks noGrp="1"/>
          </p:cNvSpPr>
          <p:nvPr>
            <p:ph/>
          </p:nvPr>
        </p:nvSpPr>
        <p:spPr>
          <a:xfrm>
            <a:off x="457200" y="1600200"/>
            <a:ext cx="8226720" cy="452304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pic>
        <p:nvPicPr>
          <p:cNvPr id="199" name="" descr=""/>
          <p:cNvPicPr/>
          <p:nvPr/>
        </p:nvPicPr>
        <p:blipFill>
          <a:blip r:embed="rId1"/>
          <a:stretch/>
        </p:blipFill>
        <p:spPr>
          <a:xfrm>
            <a:off x="1143000" y="1800"/>
            <a:ext cx="5729400" cy="685728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Applications of MLP</a:t>
            </a:r>
            <a:endParaRPr b="0" lang="en-US" sz="4400" spc="-1" strike="noStrike">
              <a:solidFill>
                <a:srgbClr val="000000"/>
              </a:solidFill>
              <a:latin typeface="Arial"/>
            </a:endParaRPr>
          </a:p>
        </p:txBody>
      </p:sp>
      <p:sp>
        <p:nvSpPr>
          <p:cNvPr id="201"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Image classification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Speech recognition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Text classification</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Medical diagnosis</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Fraud detection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Advantages</a:t>
            </a:r>
            <a:endParaRPr b="0" lang="en-US" sz="4400" spc="-1" strike="noStrike">
              <a:solidFill>
                <a:srgbClr val="000000"/>
              </a:solidFill>
              <a:latin typeface="Arial"/>
            </a:endParaRPr>
          </a:p>
        </p:txBody>
      </p:sp>
      <p:sp>
        <p:nvSpPr>
          <p:cNvPr id="203"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Handles non-linear data</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Flexible architecture</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Works for classification and regression</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57200" y="274680"/>
            <a:ext cx="8226720" cy="11401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4400" spc="-1" strike="noStrike">
                <a:solidFill>
                  <a:schemeClr val="dk1"/>
                </a:solidFill>
                <a:latin typeface="Calibri"/>
              </a:rPr>
              <a:t>Limitations</a:t>
            </a:r>
            <a:endParaRPr b="0" lang="en-US" sz="4400" spc="-1" strike="noStrike">
              <a:solidFill>
                <a:srgbClr val="000000"/>
              </a:solidFill>
              <a:latin typeface="Arial"/>
            </a:endParaRPr>
          </a:p>
        </p:txBody>
      </p:sp>
      <p:sp>
        <p:nvSpPr>
          <p:cNvPr id="205" name="PlaceHolder 2"/>
          <p:cNvSpPr>
            <a:spLocks noGrp="1"/>
          </p:cNvSpPr>
          <p:nvPr>
            <p:ph/>
          </p:nvPr>
        </p:nvSpPr>
        <p:spPr>
          <a:xfrm>
            <a:off x="457200" y="1600200"/>
            <a:ext cx="8226720" cy="452304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Requires large data</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Computationally expensive</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Risk of overfitting</a:t>
            </a:r>
            <a:endParaRPr b="0" lang="en-US"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 </a:t>
            </a:r>
            <a:r>
              <a:rPr b="0" lang="en-US" sz="3200" spc="-1" strike="noStrike">
                <a:solidFill>
                  <a:schemeClr val="dk1"/>
                </a:solidFill>
                <a:latin typeface="Calibri"/>
              </a:rPr>
              <a:t>Vanishing gradient problem</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562</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2026-03-08T23:17:40Z</dcterms:modified>
  <cp:revision>34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