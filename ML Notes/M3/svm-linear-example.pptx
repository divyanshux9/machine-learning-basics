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6.png" ContentType="image/png"/>
  <Override PartName="/ppt/media/image15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47B80-9F12-4938-BDD4-10C94CCDE6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EAD217-85E7-4D92-B4AE-2A0F3C17D6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0A31BE8-ABB0-405B-BA53-F1E3FF4789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021D5BC-59EA-4264-B7BB-2D34F4057B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2E97BA-013D-4AD9-9894-A8AFF1372B7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E21320-3C55-42D8-9635-CF0E435FB77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392FF3-97DB-43FB-A6B5-D445FA31230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55A0DC-D958-4883-8292-687C2FE4084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Support Vector Machine(SVM)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SVM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415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2057400" y="1031760"/>
            <a:ext cx="5644440" cy="441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/>
          </p:nvPr>
        </p:nvSpPr>
        <p:spPr>
          <a:xfrm>
            <a:off x="457200" y="228600"/>
            <a:ext cx="9071640" cy="50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Step 4- solve using lagrange 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1143000" y="914400"/>
            <a:ext cx="4933080" cy="2466360"/>
          </a:xfrm>
          <a:prstGeom prst="rect">
            <a:avLst/>
          </a:prstGeom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945360" y="3393360"/>
            <a:ext cx="5590440" cy="118044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3"/>
          <a:stretch/>
        </p:blipFill>
        <p:spPr>
          <a:xfrm>
            <a:off x="685800" y="4696200"/>
            <a:ext cx="5628600" cy="56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SVM- Lagrange method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251360" y="1384200"/>
            <a:ext cx="5376240" cy="356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7998840" cy="451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785880" y="187920"/>
            <a:ext cx="7899120" cy="526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15920" y="1783080"/>
            <a:ext cx="8036640" cy="209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Distance calculation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Calculate distance between every positive point and every negative point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29560" y="128376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914840" y="-4320"/>
            <a:ext cx="6238800" cy="56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999800" y="-4320"/>
            <a:ext cx="6068520" cy="56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934920" y="73440"/>
            <a:ext cx="8198640" cy="551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406520" y="78120"/>
            <a:ext cx="7255440" cy="550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Smallest distance=2.236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914400" y="2057400"/>
            <a:ext cx="7217280" cy="323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Use margin conditions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(lagrange also be used)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685800" y="1160280"/>
            <a:ext cx="8227800" cy="409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For point (1,0),  w1 + b = -1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Subtract first and second equation,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85800" y="3211920"/>
            <a:ext cx="8179920" cy="18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compute w1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01320" y="128412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Substitute w2=0,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457200" y="2743200"/>
            <a:ext cx="8780040" cy="199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29920" y="20574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228600" y="914400"/>
            <a:ext cx="8780040" cy="199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Compute Bias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 any eqn above,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644400" y="2250360"/>
            <a:ext cx="8780040" cy="199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219852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1166760" y="48600"/>
            <a:ext cx="8880480" cy="200700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1567080" y="2010600"/>
            <a:ext cx="6297480" cy="346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Constraint from lagrange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434960" y="1714680"/>
            <a:ext cx="4964040" cy="307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Substitute in w1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268440" y="2311560"/>
            <a:ext cx="3531600" cy="103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solve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α, substitute w1=1,w2=0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277560" y="1326600"/>
            <a:ext cx="8179920" cy="137088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228600" y="2820960"/>
            <a:ext cx="9037080" cy="129312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3"/>
          <a:stretch/>
        </p:blipFill>
        <p:spPr>
          <a:xfrm>
            <a:off x="1143000" y="3944880"/>
            <a:ext cx="8780040" cy="199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29920" y="-2286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Final weight vector w=(1,0) and b= -2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59832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Final Hyperplane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71720" y="1143000"/>
            <a:ext cx="8741880" cy="28839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714600" y="3724560"/>
            <a:ext cx="8427600" cy="198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1000" y="1098360"/>
            <a:ext cx="9069480" cy="415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 lnSpcReduction="20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Weight, w=(1,0) and bias, b= -2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572760" y="191520"/>
            <a:ext cx="8799120" cy="437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052280" y="0"/>
            <a:ext cx="8318520" cy="523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2026-03-18T22:42:37Z</dcterms:created>
  <dc:creator/>
  <dc:description/>
  <dc:language>en-US</dc:language>
  <cp:lastModifiedBy/>
  <dcterms:modified xsi:type="dcterms:W3CDTF">2026-04-02T15:44:08Z</dcterms:modified>
  <cp:revision>42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