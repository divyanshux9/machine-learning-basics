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0AA6A6-C0FD-4442-B6FD-0E911F7AEB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C941C97-D8F5-427A-AC1D-CE982B51C8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8C0A944-A90D-4CEA-AE74-BED360D653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292AE99-7544-4191-B3E4-F346C7F3EA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DCE8CCC-8C13-44FE-A366-56EAAC82EA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81AB29E-367E-4C90-AE0D-6782508979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DA455A9-3F2B-43C9-930F-D20182F591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1D0013C-9D60-4B05-9A1D-0FCB5E8B83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DD2BE28-146D-4ED7-B10A-1870B00EEF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30014F4-69BC-403A-A77C-EE14298D35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6E56FF2D-AD37-4679-8410-F47BBB9E7D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93C5A0BB-F562-4EED-9662-CD551F3B06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A308CD9-923D-4101-8BE7-89591872F8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19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111551C-6C2F-46C5-B444-AA1B5285E7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37DFAF7-2012-4514-8226-4BF11C5FABD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0D26B77-B1F3-44E5-886B-D892A24D3D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9EC3FC-8ACB-4037-BF14-B5980456CF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2265427-0F7B-49F0-9F93-52877B27DB3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D62C5A4-3D48-4A44-890C-774C37A666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58BAC1E-F5DB-4D0F-860F-D918683C6D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B0FB5A-6D42-47D1-9905-9B9AC75849A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8B27AF1-8621-4E85-8409-4C31954524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D4D7A5A-8D91-47DC-999F-486D33DAC3B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3F19F2D-8122-49C4-AEDE-2C2138BF1E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Logistic Regression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720" cy="175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560" y="-22824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What is Logistic Regression?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85800" y="73224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Supervised machine learning algorithm used for classification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Primarily used for binary classification problems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Outputs probability values between 0 and 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Despite the name, it is a classification algorithm, not regression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Logistic regression is used to describe data and the relationship between one dependent variable and one or more independent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variables which can be nominal, ordinal, or of interval type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Applications of Logistic Regression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Spam email detection (Spam / Not Spam)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Medical diagnosis (Disease / No Disease)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Customer churn prediction (Churn / Not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Churn)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Credit risk analysis (Default / No Default)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Linear Regression is Not Suitable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Linear regression outputs unbounded values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Predicted values cannot be interpreted as probabilities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Sensitive to outliers in classification problems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Logistic regression solves these issues using sigmoid function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Binary Logistic Regression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when target variable has two classes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Uses sigmoid activation function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Most common form of logistic regression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Example: Yes / No classification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Multinomial Logistic Regression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when target variable has more than two classes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Uses Softmax function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Predicts probability for each class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Example: Low / Medium / High risk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Regularization in Logistic Regression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to prevent overfitting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L1 Regularization (Lasso) – feature selection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L2 Regularization (Ridge) – coefficient shrinkage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Elastic Net – combination of L1 and L2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Binary Logistic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Sigmoid (Logistic) Function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Transforms linear output into probability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Formula: σ(z) = 1 / (1 + e^(-z))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Output range: 0 to 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Used to make classification decisions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26640" y="1664280"/>
            <a:ext cx="9142920" cy="3556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40320" y="914400"/>
            <a:ext cx="9142920" cy="502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457200" y="914400"/>
            <a:ext cx="8228520" cy="521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228600" y="457200"/>
            <a:ext cx="9142920" cy="571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228960" y="228600"/>
            <a:ext cx="8228520" cy="571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Logit is the log of odds in logistic regression.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It is the core transformation that makes logistic regression linear.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543240" y="1371600"/>
            <a:ext cx="7685640" cy="342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40320" y="914400"/>
            <a:ext cx="914292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535680" y="1187640"/>
            <a:ext cx="8152200" cy="452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535680" y="228600"/>
            <a:ext cx="8152200" cy="594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535680" y="1187640"/>
            <a:ext cx="8152200" cy="452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Decision Boundary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 threshold is applied to predicted probability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Common threshold value is 0.5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If probability ≥ 0.5 → Class 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Decision boundary is linear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8520" cy="566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Logistic regression is trained by maximizing likelihood (or equivalently minimizing negative log-likelihood, also called log loss / cross-entropy loss).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607320" y="2743200"/>
            <a:ext cx="7392960" cy="318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/>
          </p:nvPr>
        </p:nvSpPr>
        <p:spPr>
          <a:xfrm>
            <a:off x="7560" y="0"/>
            <a:ext cx="8914680" cy="662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Log Likelihood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Loss = -log L(w)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Loss function, To minimize loss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228600" y="457200"/>
            <a:ext cx="8914680" cy="114300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-914400" y="4114800"/>
            <a:ext cx="9600480" cy="2513880"/>
          </a:xfrm>
          <a:prstGeom prst="rect">
            <a:avLst/>
          </a:prstGeom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3"/>
          <a:stretch/>
        </p:blipFill>
        <p:spPr>
          <a:xfrm>
            <a:off x="287280" y="2326320"/>
            <a:ext cx="7057800" cy="97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Example- single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560" y="141804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1203120" y="2547720"/>
            <a:ext cx="6790320" cy="178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Advantages of Logistic Regression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Simple and easy to interpret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Computationally efficient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Provides probability outputs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Works well for linearly separable data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Limitations of Logistic Regression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Cannot capture complex non-linear relationships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Sensitive to multicollinearity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Requires feature engineering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Performance drops on highly imbalanced data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2026-02-09T11:51:50Z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